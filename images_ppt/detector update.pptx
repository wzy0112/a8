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009808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59" d="100"/>
          <a:sy n="59" d="100"/>
        </p:scale>
        <p:origin x="20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357" y="1995312"/>
            <a:ext cx="8583375" cy="4244622"/>
          </a:xfrm>
        </p:spPr>
        <p:txBody>
          <a:bodyPr anchor="b"/>
          <a:lstStyle>
            <a:lvl1pPr algn="ctr">
              <a:defRPr sz="662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261" y="6403623"/>
            <a:ext cx="7573566" cy="2943577"/>
          </a:xfrm>
        </p:spPr>
        <p:txBody>
          <a:bodyPr/>
          <a:lstStyle>
            <a:lvl1pPr marL="0" indent="0" algn="ctr">
              <a:buNone/>
              <a:defRPr sz="2650"/>
            </a:lvl1pPr>
            <a:lvl2pPr marL="504886" indent="0" algn="ctr">
              <a:buNone/>
              <a:defRPr sz="2209"/>
            </a:lvl2pPr>
            <a:lvl3pPr marL="1009772" indent="0" algn="ctr">
              <a:buNone/>
              <a:defRPr sz="1988"/>
            </a:lvl3pPr>
            <a:lvl4pPr marL="1514658" indent="0" algn="ctr">
              <a:buNone/>
              <a:defRPr sz="1767"/>
            </a:lvl4pPr>
            <a:lvl5pPr marL="2019544" indent="0" algn="ctr">
              <a:buNone/>
              <a:defRPr sz="1767"/>
            </a:lvl5pPr>
            <a:lvl6pPr marL="2524430" indent="0" algn="ctr">
              <a:buNone/>
              <a:defRPr sz="1767"/>
            </a:lvl6pPr>
            <a:lvl7pPr marL="3029316" indent="0" algn="ctr">
              <a:buNone/>
              <a:defRPr sz="1767"/>
            </a:lvl7pPr>
            <a:lvl8pPr marL="3534202" indent="0" algn="ctr">
              <a:buNone/>
              <a:defRPr sz="1767"/>
            </a:lvl8pPr>
            <a:lvl9pPr marL="4039088" indent="0" algn="ctr">
              <a:buNone/>
              <a:defRPr sz="176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93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26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985" y="3039537"/>
            <a:ext cx="8709601" cy="5071532"/>
          </a:xfrm>
        </p:spPr>
        <p:txBody>
          <a:bodyPr anchor="b"/>
          <a:lstStyle>
            <a:lvl1pPr>
              <a:defRPr sz="662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985" y="8159048"/>
            <a:ext cx="8709601" cy="2666999"/>
          </a:xfrm>
        </p:spPr>
        <p:txBody>
          <a:bodyPr/>
          <a:lstStyle>
            <a:lvl1pPr marL="0" indent="0">
              <a:buNone/>
              <a:defRPr sz="2650">
                <a:solidFill>
                  <a:schemeClr val="tx1">
                    <a:tint val="82000"/>
                  </a:schemeClr>
                </a:solidFill>
              </a:defRPr>
            </a:lvl1pPr>
            <a:lvl2pPr marL="504886" indent="0">
              <a:buNone/>
              <a:defRPr sz="2209">
                <a:solidFill>
                  <a:schemeClr val="tx1">
                    <a:tint val="82000"/>
                  </a:schemeClr>
                </a:solidFill>
              </a:defRPr>
            </a:lvl2pPr>
            <a:lvl3pPr marL="1009772" indent="0">
              <a:buNone/>
              <a:defRPr sz="1988">
                <a:solidFill>
                  <a:schemeClr val="tx1">
                    <a:tint val="82000"/>
                  </a:schemeClr>
                </a:solidFill>
              </a:defRPr>
            </a:lvl3pPr>
            <a:lvl4pPr marL="1514658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4pPr>
            <a:lvl5pPr marL="2019544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5pPr>
            <a:lvl6pPr marL="2524430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6pPr>
            <a:lvl7pPr marL="3029316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7pPr>
            <a:lvl8pPr marL="3534202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8pPr>
            <a:lvl9pPr marL="4039088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65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4244" y="3245556"/>
            <a:ext cx="4291687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2157" y="3245556"/>
            <a:ext cx="4291687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83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559" y="649114"/>
            <a:ext cx="8709601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5560" y="2988734"/>
            <a:ext cx="4271964" cy="1464732"/>
          </a:xfrm>
        </p:spPr>
        <p:txBody>
          <a:bodyPr anchor="b"/>
          <a:lstStyle>
            <a:lvl1pPr marL="0" indent="0">
              <a:buNone/>
              <a:defRPr sz="2650" b="1"/>
            </a:lvl1pPr>
            <a:lvl2pPr marL="504886" indent="0">
              <a:buNone/>
              <a:defRPr sz="2209" b="1"/>
            </a:lvl2pPr>
            <a:lvl3pPr marL="1009772" indent="0">
              <a:buNone/>
              <a:defRPr sz="1988" b="1"/>
            </a:lvl3pPr>
            <a:lvl4pPr marL="1514658" indent="0">
              <a:buNone/>
              <a:defRPr sz="1767" b="1"/>
            </a:lvl4pPr>
            <a:lvl5pPr marL="2019544" indent="0">
              <a:buNone/>
              <a:defRPr sz="1767" b="1"/>
            </a:lvl5pPr>
            <a:lvl6pPr marL="2524430" indent="0">
              <a:buNone/>
              <a:defRPr sz="1767" b="1"/>
            </a:lvl6pPr>
            <a:lvl7pPr marL="3029316" indent="0">
              <a:buNone/>
              <a:defRPr sz="1767" b="1"/>
            </a:lvl7pPr>
            <a:lvl8pPr marL="3534202" indent="0">
              <a:buNone/>
              <a:defRPr sz="1767" b="1"/>
            </a:lvl8pPr>
            <a:lvl9pPr marL="4039088" indent="0">
              <a:buNone/>
              <a:defRPr sz="17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5560" y="4453467"/>
            <a:ext cx="4271964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2157" y="2988734"/>
            <a:ext cx="4293003" cy="1464732"/>
          </a:xfrm>
        </p:spPr>
        <p:txBody>
          <a:bodyPr anchor="b"/>
          <a:lstStyle>
            <a:lvl1pPr marL="0" indent="0">
              <a:buNone/>
              <a:defRPr sz="2650" b="1"/>
            </a:lvl1pPr>
            <a:lvl2pPr marL="504886" indent="0">
              <a:buNone/>
              <a:defRPr sz="2209" b="1"/>
            </a:lvl2pPr>
            <a:lvl3pPr marL="1009772" indent="0">
              <a:buNone/>
              <a:defRPr sz="1988" b="1"/>
            </a:lvl3pPr>
            <a:lvl4pPr marL="1514658" indent="0">
              <a:buNone/>
              <a:defRPr sz="1767" b="1"/>
            </a:lvl4pPr>
            <a:lvl5pPr marL="2019544" indent="0">
              <a:buNone/>
              <a:defRPr sz="1767" b="1"/>
            </a:lvl5pPr>
            <a:lvl6pPr marL="2524430" indent="0">
              <a:buNone/>
              <a:defRPr sz="1767" b="1"/>
            </a:lvl6pPr>
            <a:lvl7pPr marL="3029316" indent="0">
              <a:buNone/>
              <a:defRPr sz="1767" b="1"/>
            </a:lvl7pPr>
            <a:lvl8pPr marL="3534202" indent="0">
              <a:buNone/>
              <a:defRPr sz="1767" b="1"/>
            </a:lvl8pPr>
            <a:lvl9pPr marL="4039088" indent="0">
              <a:buNone/>
              <a:defRPr sz="17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2157" y="4453467"/>
            <a:ext cx="429300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975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85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559" y="812800"/>
            <a:ext cx="3256896" cy="2844800"/>
          </a:xfrm>
        </p:spPr>
        <p:txBody>
          <a:bodyPr anchor="b"/>
          <a:lstStyle>
            <a:lvl1pPr>
              <a:defRPr sz="35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003" y="1755425"/>
            <a:ext cx="5112157" cy="8664222"/>
          </a:xfrm>
        </p:spPr>
        <p:txBody>
          <a:bodyPr/>
          <a:lstStyle>
            <a:lvl1pPr>
              <a:defRPr sz="3534"/>
            </a:lvl1pPr>
            <a:lvl2pPr>
              <a:defRPr sz="3092"/>
            </a:lvl2pPr>
            <a:lvl3pPr>
              <a:defRPr sz="2650"/>
            </a:lvl3pPr>
            <a:lvl4pPr>
              <a:defRPr sz="2209"/>
            </a:lvl4pPr>
            <a:lvl5pPr>
              <a:defRPr sz="2209"/>
            </a:lvl5pPr>
            <a:lvl6pPr>
              <a:defRPr sz="2209"/>
            </a:lvl6pPr>
            <a:lvl7pPr>
              <a:defRPr sz="2209"/>
            </a:lvl7pPr>
            <a:lvl8pPr>
              <a:defRPr sz="2209"/>
            </a:lvl8pPr>
            <a:lvl9pPr>
              <a:defRPr sz="220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5559" y="3657600"/>
            <a:ext cx="3256896" cy="6776156"/>
          </a:xfrm>
        </p:spPr>
        <p:txBody>
          <a:bodyPr/>
          <a:lstStyle>
            <a:lvl1pPr marL="0" indent="0">
              <a:buNone/>
              <a:defRPr sz="1767"/>
            </a:lvl1pPr>
            <a:lvl2pPr marL="504886" indent="0">
              <a:buNone/>
              <a:defRPr sz="1546"/>
            </a:lvl2pPr>
            <a:lvl3pPr marL="1009772" indent="0">
              <a:buNone/>
              <a:defRPr sz="1325"/>
            </a:lvl3pPr>
            <a:lvl4pPr marL="1514658" indent="0">
              <a:buNone/>
              <a:defRPr sz="1104"/>
            </a:lvl4pPr>
            <a:lvl5pPr marL="2019544" indent="0">
              <a:buNone/>
              <a:defRPr sz="1104"/>
            </a:lvl5pPr>
            <a:lvl6pPr marL="2524430" indent="0">
              <a:buNone/>
              <a:defRPr sz="1104"/>
            </a:lvl6pPr>
            <a:lvl7pPr marL="3029316" indent="0">
              <a:buNone/>
              <a:defRPr sz="1104"/>
            </a:lvl7pPr>
            <a:lvl8pPr marL="3534202" indent="0">
              <a:buNone/>
              <a:defRPr sz="1104"/>
            </a:lvl8pPr>
            <a:lvl9pPr marL="4039088" indent="0">
              <a:buNone/>
              <a:defRPr sz="110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20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559" y="812800"/>
            <a:ext cx="3256896" cy="2844800"/>
          </a:xfrm>
        </p:spPr>
        <p:txBody>
          <a:bodyPr anchor="b"/>
          <a:lstStyle>
            <a:lvl1pPr>
              <a:defRPr sz="35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93003" y="1755425"/>
            <a:ext cx="5112157" cy="8664222"/>
          </a:xfrm>
        </p:spPr>
        <p:txBody>
          <a:bodyPr anchor="t"/>
          <a:lstStyle>
            <a:lvl1pPr marL="0" indent="0">
              <a:buNone/>
              <a:defRPr sz="3534"/>
            </a:lvl1pPr>
            <a:lvl2pPr marL="504886" indent="0">
              <a:buNone/>
              <a:defRPr sz="3092"/>
            </a:lvl2pPr>
            <a:lvl3pPr marL="1009772" indent="0">
              <a:buNone/>
              <a:defRPr sz="2650"/>
            </a:lvl3pPr>
            <a:lvl4pPr marL="1514658" indent="0">
              <a:buNone/>
              <a:defRPr sz="2209"/>
            </a:lvl4pPr>
            <a:lvl5pPr marL="2019544" indent="0">
              <a:buNone/>
              <a:defRPr sz="2209"/>
            </a:lvl5pPr>
            <a:lvl6pPr marL="2524430" indent="0">
              <a:buNone/>
              <a:defRPr sz="2209"/>
            </a:lvl6pPr>
            <a:lvl7pPr marL="3029316" indent="0">
              <a:buNone/>
              <a:defRPr sz="2209"/>
            </a:lvl7pPr>
            <a:lvl8pPr marL="3534202" indent="0">
              <a:buNone/>
              <a:defRPr sz="2209"/>
            </a:lvl8pPr>
            <a:lvl9pPr marL="4039088" indent="0">
              <a:buNone/>
              <a:defRPr sz="220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5559" y="3657600"/>
            <a:ext cx="3256896" cy="6776156"/>
          </a:xfrm>
        </p:spPr>
        <p:txBody>
          <a:bodyPr/>
          <a:lstStyle>
            <a:lvl1pPr marL="0" indent="0">
              <a:buNone/>
              <a:defRPr sz="1767"/>
            </a:lvl1pPr>
            <a:lvl2pPr marL="504886" indent="0">
              <a:buNone/>
              <a:defRPr sz="1546"/>
            </a:lvl2pPr>
            <a:lvl3pPr marL="1009772" indent="0">
              <a:buNone/>
              <a:defRPr sz="1325"/>
            </a:lvl3pPr>
            <a:lvl4pPr marL="1514658" indent="0">
              <a:buNone/>
              <a:defRPr sz="1104"/>
            </a:lvl4pPr>
            <a:lvl5pPr marL="2019544" indent="0">
              <a:buNone/>
              <a:defRPr sz="1104"/>
            </a:lvl5pPr>
            <a:lvl6pPr marL="2524430" indent="0">
              <a:buNone/>
              <a:defRPr sz="1104"/>
            </a:lvl6pPr>
            <a:lvl7pPr marL="3029316" indent="0">
              <a:buNone/>
              <a:defRPr sz="1104"/>
            </a:lvl7pPr>
            <a:lvl8pPr marL="3534202" indent="0">
              <a:buNone/>
              <a:defRPr sz="1104"/>
            </a:lvl8pPr>
            <a:lvl9pPr marL="4039088" indent="0">
              <a:buNone/>
              <a:defRPr sz="110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51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21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26445" y="649111"/>
            <a:ext cx="2177400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4244" y="649111"/>
            <a:ext cx="6405975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69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244" y="649114"/>
            <a:ext cx="8709601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244" y="3245556"/>
            <a:ext cx="8709601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4243" y="11300181"/>
            <a:ext cx="227207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44992" y="11300181"/>
            <a:ext cx="340810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31775" y="11300181"/>
            <a:ext cx="227207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23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09772" rtl="0" eaLnBrk="1" latinLnBrk="0" hangingPunct="1">
        <a:lnSpc>
          <a:spcPct val="90000"/>
        </a:lnSpc>
        <a:spcBef>
          <a:spcPct val="0"/>
        </a:spcBef>
        <a:buNone/>
        <a:defRPr sz="4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443" indent="-252443" algn="l" defTabSz="1009772" rtl="0" eaLnBrk="1" latinLnBrk="0" hangingPunct="1">
        <a:lnSpc>
          <a:spcPct val="90000"/>
        </a:lnSpc>
        <a:spcBef>
          <a:spcPts val="1104"/>
        </a:spcBef>
        <a:buFont typeface="Arial" panose="020B0604020202020204" pitchFamily="34" charset="0"/>
        <a:buChar char="•"/>
        <a:defRPr sz="3092" kern="1200">
          <a:solidFill>
            <a:schemeClr val="tx1"/>
          </a:solidFill>
          <a:latin typeface="+mn-lt"/>
          <a:ea typeface="+mn-ea"/>
          <a:cs typeface="+mn-cs"/>
        </a:defRPr>
      </a:lvl1pPr>
      <a:lvl2pPr marL="757329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2pPr>
      <a:lvl3pPr marL="1262215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2209" kern="1200">
          <a:solidFill>
            <a:schemeClr val="tx1"/>
          </a:solidFill>
          <a:latin typeface="+mn-lt"/>
          <a:ea typeface="+mn-ea"/>
          <a:cs typeface="+mn-cs"/>
        </a:defRPr>
      </a:lvl3pPr>
      <a:lvl4pPr marL="1767101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4pPr>
      <a:lvl5pPr marL="2271987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5pPr>
      <a:lvl6pPr marL="2776873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6pPr>
      <a:lvl7pPr marL="3281759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7pPr>
      <a:lvl8pPr marL="3786645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8pPr>
      <a:lvl9pPr marL="4291531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1pPr>
      <a:lvl2pPr marL="504886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2pPr>
      <a:lvl3pPr marL="1009772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3pPr>
      <a:lvl4pPr marL="1514658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4pPr>
      <a:lvl5pPr marL="2019544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5pPr>
      <a:lvl6pPr marL="2524430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6pPr>
      <a:lvl7pPr marL="3029316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7pPr>
      <a:lvl8pPr marL="3534202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8pPr>
      <a:lvl9pPr marL="4039088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2EA07F4-62F8-67E3-3062-77060D51C90D}"/>
              </a:ext>
            </a:extLst>
          </p:cNvPr>
          <p:cNvSpPr/>
          <p:nvPr/>
        </p:nvSpPr>
        <p:spPr>
          <a:xfrm>
            <a:off x="2595245" y="8013696"/>
            <a:ext cx="5040630" cy="3120390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879F4D-9C9E-F381-C814-9910D44CFBBB}"/>
              </a:ext>
            </a:extLst>
          </p:cNvPr>
          <p:cNvSpPr/>
          <p:nvPr/>
        </p:nvSpPr>
        <p:spPr>
          <a:xfrm>
            <a:off x="2618740" y="2503170"/>
            <a:ext cx="5040630" cy="3592830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936BDD-B9BA-AC5E-DE59-E0124F742D4F}"/>
              </a:ext>
            </a:extLst>
          </p:cNvPr>
          <p:cNvSpPr/>
          <p:nvPr/>
        </p:nvSpPr>
        <p:spPr>
          <a:xfrm>
            <a:off x="2984500" y="1298577"/>
            <a:ext cx="4309110" cy="4914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Initial OD matrix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DC0001-8DBA-E260-2A90-C97794FA8221}"/>
              </a:ext>
            </a:extLst>
          </p:cNvPr>
          <p:cNvSpPr/>
          <p:nvPr/>
        </p:nvSpPr>
        <p:spPr>
          <a:xfrm>
            <a:off x="2984500" y="2835910"/>
            <a:ext cx="4309110" cy="4914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SUMO simulation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580B1F-E13B-8CC1-8FD1-44AFF8B8EC60}"/>
              </a:ext>
            </a:extLst>
          </p:cNvPr>
          <p:cNvSpPr/>
          <p:nvPr/>
        </p:nvSpPr>
        <p:spPr>
          <a:xfrm>
            <a:off x="2984500" y="3647440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 pairs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F1BC12-DAB1-656B-94AC-C2594C012F08}"/>
              </a:ext>
            </a:extLst>
          </p:cNvPr>
          <p:cNvSpPr/>
          <p:nvPr/>
        </p:nvSpPr>
        <p:spPr>
          <a:xfrm>
            <a:off x="2984500" y="4458970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Generate Trips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C2F88C-C714-EE17-5569-6E9AAB5BBE86}"/>
              </a:ext>
            </a:extLst>
          </p:cNvPr>
          <p:cNvSpPr/>
          <p:nvPr/>
        </p:nvSpPr>
        <p:spPr>
          <a:xfrm>
            <a:off x="2984500" y="5270500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Assign Trips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5E4B89-FD33-69D6-B65F-7D34E54D0222}"/>
              </a:ext>
            </a:extLst>
          </p:cNvPr>
          <p:cNvSpPr/>
          <p:nvPr/>
        </p:nvSpPr>
        <p:spPr>
          <a:xfrm>
            <a:off x="2984500" y="6809103"/>
            <a:ext cx="4309110" cy="4914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Simulated detector data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2D945B-FB0A-25BE-940F-F87617C98098}"/>
              </a:ext>
            </a:extLst>
          </p:cNvPr>
          <p:cNvSpPr/>
          <p:nvPr/>
        </p:nvSpPr>
        <p:spPr>
          <a:xfrm>
            <a:off x="2961005" y="8383897"/>
            <a:ext cx="4309110" cy="4914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Optimization algorithm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B9896B-355F-6102-34DB-5141013D34A7}"/>
              </a:ext>
            </a:extLst>
          </p:cNvPr>
          <p:cNvSpPr/>
          <p:nvPr/>
        </p:nvSpPr>
        <p:spPr>
          <a:xfrm>
            <a:off x="2961005" y="9318618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Evaluate reality gap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BC7126-18EC-34E9-FED3-A5F54373B2B1}"/>
              </a:ext>
            </a:extLst>
          </p:cNvPr>
          <p:cNvSpPr/>
          <p:nvPr/>
        </p:nvSpPr>
        <p:spPr>
          <a:xfrm>
            <a:off x="2961005" y="10231749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Update OD matrix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3AB72E8-B132-D1BB-2CFE-297650848157}"/>
              </a:ext>
            </a:extLst>
          </p:cNvPr>
          <p:cNvCxnSpPr>
            <a:cxnSpLocks/>
            <a:stCxn id="2" idx="2"/>
            <a:endCxn id="13" idx="0"/>
          </p:cNvCxnSpPr>
          <p:nvPr/>
        </p:nvCxnSpPr>
        <p:spPr>
          <a:xfrm>
            <a:off x="5139055" y="1790067"/>
            <a:ext cx="0" cy="713103"/>
          </a:xfrm>
          <a:prstGeom prst="straightConnector1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B36608C-04CB-8946-CE13-427B3CA5FE71}"/>
              </a:ext>
            </a:extLst>
          </p:cNvPr>
          <p:cNvCxnSpPr>
            <a:cxnSpLocks/>
          </p:cNvCxnSpPr>
          <p:nvPr/>
        </p:nvCxnSpPr>
        <p:spPr>
          <a:xfrm>
            <a:off x="5115560" y="4138930"/>
            <a:ext cx="0" cy="356551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739CEFC-CD0F-7D77-59BE-345E8E512679}"/>
              </a:ext>
            </a:extLst>
          </p:cNvPr>
          <p:cNvCxnSpPr>
            <a:cxnSpLocks/>
          </p:cNvCxnSpPr>
          <p:nvPr/>
        </p:nvCxnSpPr>
        <p:spPr>
          <a:xfrm>
            <a:off x="5115560" y="4950460"/>
            <a:ext cx="0" cy="356551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16DF6E0-696E-85FD-7E08-4328FA90BF2A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5139055" y="6096000"/>
            <a:ext cx="0" cy="713103"/>
          </a:xfrm>
          <a:prstGeom prst="straightConnector1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8B98B4F-23CE-5E16-CE49-8E846B635477}"/>
              </a:ext>
            </a:extLst>
          </p:cNvPr>
          <p:cNvCxnSpPr>
            <a:cxnSpLocks/>
          </p:cNvCxnSpPr>
          <p:nvPr/>
        </p:nvCxnSpPr>
        <p:spPr>
          <a:xfrm>
            <a:off x="5126355" y="7300593"/>
            <a:ext cx="0" cy="713103"/>
          </a:xfrm>
          <a:prstGeom prst="straightConnector1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0DCA996-0B28-4F7D-7682-01C95D1BDB85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115560" y="9810108"/>
            <a:ext cx="0" cy="421641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DBA84624-8713-70FB-9585-AE021A77C54A}"/>
              </a:ext>
            </a:extLst>
          </p:cNvPr>
          <p:cNvCxnSpPr>
            <a:stCxn id="12" idx="3"/>
            <a:endCxn id="2" idx="3"/>
          </p:cNvCxnSpPr>
          <p:nvPr/>
        </p:nvCxnSpPr>
        <p:spPr>
          <a:xfrm flipV="1">
            <a:off x="7270115" y="1544322"/>
            <a:ext cx="23495" cy="8933172"/>
          </a:xfrm>
          <a:prstGeom prst="bentConnector3">
            <a:avLst>
              <a:gd name="adj1" fmla="val 4721622"/>
            </a:avLst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左大括号 36">
            <a:extLst>
              <a:ext uri="{FF2B5EF4-FFF2-40B4-BE49-F238E27FC236}">
                <a16:creationId xmlns:a16="http://schemas.microsoft.com/office/drawing/2014/main" id="{806410D8-CBFB-E182-8025-30F63BFD52EA}"/>
              </a:ext>
            </a:extLst>
          </p:cNvPr>
          <p:cNvSpPr/>
          <p:nvPr/>
        </p:nvSpPr>
        <p:spPr>
          <a:xfrm>
            <a:off x="2068830" y="1298577"/>
            <a:ext cx="369886" cy="1730373"/>
          </a:xfrm>
          <a:prstGeom prst="leftBrac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CC6DFDB-D013-77EA-3BAD-6792DFA8EC81}"/>
              </a:ext>
            </a:extLst>
          </p:cNvPr>
          <p:cNvSpPr/>
          <p:nvPr/>
        </p:nvSpPr>
        <p:spPr>
          <a:xfrm>
            <a:off x="729222" y="1790067"/>
            <a:ext cx="11240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Step1</a:t>
            </a:r>
            <a:endParaRPr lang="zh-CN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9" name="左大括号 38">
            <a:extLst>
              <a:ext uri="{FF2B5EF4-FFF2-40B4-BE49-F238E27FC236}">
                <a16:creationId xmlns:a16="http://schemas.microsoft.com/office/drawing/2014/main" id="{937303CA-C070-2F10-26CF-BEC5D4F70AF3}"/>
              </a:ext>
            </a:extLst>
          </p:cNvPr>
          <p:cNvSpPr/>
          <p:nvPr/>
        </p:nvSpPr>
        <p:spPr>
          <a:xfrm>
            <a:off x="2068784" y="3171826"/>
            <a:ext cx="369886" cy="3863339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07929A1-D8FA-9D4A-C913-0DBFEC695FD3}"/>
              </a:ext>
            </a:extLst>
          </p:cNvPr>
          <p:cNvSpPr/>
          <p:nvPr/>
        </p:nvSpPr>
        <p:spPr>
          <a:xfrm>
            <a:off x="543486" y="4783791"/>
            <a:ext cx="11240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Step2</a:t>
            </a:r>
            <a:endParaRPr lang="zh-CN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1" name="左大括号 40">
            <a:extLst>
              <a:ext uri="{FF2B5EF4-FFF2-40B4-BE49-F238E27FC236}">
                <a16:creationId xmlns:a16="http://schemas.microsoft.com/office/drawing/2014/main" id="{843ED1CA-D319-3310-A8A6-B7F2FFCB3BE4}"/>
              </a:ext>
            </a:extLst>
          </p:cNvPr>
          <p:cNvSpPr/>
          <p:nvPr/>
        </p:nvSpPr>
        <p:spPr>
          <a:xfrm>
            <a:off x="2042480" y="7178040"/>
            <a:ext cx="396190" cy="3956046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D5E9B5F-A38E-9A3C-A61D-322DE093DB7F}"/>
              </a:ext>
            </a:extLst>
          </p:cNvPr>
          <p:cNvSpPr/>
          <p:nvPr/>
        </p:nvSpPr>
        <p:spPr>
          <a:xfrm>
            <a:off x="543486" y="8876998"/>
            <a:ext cx="11240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Step3</a:t>
            </a:r>
            <a:endParaRPr lang="zh-CN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135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25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 Unicode MS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6</cp:revision>
  <dcterms:created xsi:type="dcterms:W3CDTF">2026-05-01T14:39:48Z</dcterms:created>
  <dcterms:modified xsi:type="dcterms:W3CDTF">2026-05-01T22:38:16Z</dcterms:modified>
</cp:coreProperties>
</file>