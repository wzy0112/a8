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"/>
  </p:notesMasterIdLst>
  <p:sldIdLst>
    <p:sldId id="259" r:id="rId2"/>
    <p:sldId id="261" r:id="rId3"/>
    <p:sldId id="260" r:id="rId4"/>
  </p:sldIdLst>
  <p:sldSz cx="21674138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3333"/>
    <a:srgbClr val="2869BF"/>
    <a:srgbClr val="3B933D"/>
    <a:srgbClr val="EDF3FE"/>
    <a:srgbClr val="2F5597"/>
    <a:srgbClr val="5C8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12" y="180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10DD2-5876-42E3-A3DD-0DBA61638E81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4DD3B-5E3F-44B7-A010-21814BC01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084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4DD3B-5E3F-44B7-A010-21814BC01D5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571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67872-20F9-3A1B-BAA3-3CE81328A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2E1DE7-EE76-4E94-D7BA-C1381506C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A9B4B5-53F9-7B5C-B617-C71AD07CF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344998-2CA3-00DC-7068-E268854B9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4DD3B-5E3F-44B7-A010-21814BC01D5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336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A9A63-5F34-8761-0A50-DCD2A5E62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7395E2-6398-94EF-FBDC-CAE65D7DD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F9C009-A36D-B160-60E2-034697F7D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0C87DD-AFA3-5491-96BC-84DF1D1A3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4DD3B-5E3F-44B7-A010-21814BC01D5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022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9267" y="1995312"/>
            <a:ext cx="16255604" cy="4244622"/>
          </a:xfrm>
        </p:spPr>
        <p:txBody>
          <a:bodyPr anchor="b"/>
          <a:lstStyle>
            <a:lvl1pPr algn="ctr">
              <a:defRPr sz="1066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267" y="6403623"/>
            <a:ext cx="16255604" cy="2943577"/>
          </a:xfrm>
        </p:spPr>
        <p:txBody>
          <a:bodyPr/>
          <a:lstStyle>
            <a:lvl1pPr marL="0" indent="0" algn="ctr">
              <a:buNone/>
              <a:defRPr sz="4266"/>
            </a:lvl1pPr>
            <a:lvl2pPr marL="812764" indent="0" algn="ctr">
              <a:buNone/>
              <a:defRPr sz="3555"/>
            </a:lvl2pPr>
            <a:lvl3pPr marL="1625529" indent="0" algn="ctr">
              <a:buNone/>
              <a:defRPr sz="3200"/>
            </a:lvl3pPr>
            <a:lvl4pPr marL="2438293" indent="0" algn="ctr">
              <a:buNone/>
              <a:defRPr sz="2844"/>
            </a:lvl4pPr>
            <a:lvl5pPr marL="3251058" indent="0" algn="ctr">
              <a:buNone/>
              <a:defRPr sz="2844"/>
            </a:lvl5pPr>
            <a:lvl6pPr marL="4063822" indent="0" algn="ctr">
              <a:buNone/>
              <a:defRPr sz="2844"/>
            </a:lvl6pPr>
            <a:lvl7pPr marL="4876587" indent="0" algn="ctr">
              <a:buNone/>
              <a:defRPr sz="2844"/>
            </a:lvl7pPr>
            <a:lvl8pPr marL="5689351" indent="0" algn="ctr">
              <a:buNone/>
              <a:defRPr sz="2844"/>
            </a:lvl8pPr>
            <a:lvl9pPr marL="6502116" indent="0" algn="ctr">
              <a:buNone/>
              <a:defRPr sz="284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612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99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808" y="3039535"/>
            <a:ext cx="18693944" cy="5071532"/>
          </a:xfrm>
        </p:spPr>
        <p:txBody>
          <a:bodyPr anchor="b"/>
          <a:lstStyle>
            <a:lvl1pPr>
              <a:defRPr sz="1066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8808" y="8159046"/>
            <a:ext cx="18693944" cy="2666999"/>
          </a:xfrm>
        </p:spPr>
        <p:txBody>
          <a:bodyPr/>
          <a:lstStyle>
            <a:lvl1pPr marL="0" indent="0">
              <a:buNone/>
              <a:defRPr sz="4266">
                <a:solidFill>
                  <a:schemeClr val="tx1">
                    <a:tint val="82000"/>
                  </a:schemeClr>
                </a:solidFill>
              </a:defRPr>
            </a:lvl1pPr>
            <a:lvl2pPr marL="812764" indent="0">
              <a:buNone/>
              <a:defRPr sz="3555">
                <a:solidFill>
                  <a:schemeClr val="tx1">
                    <a:tint val="82000"/>
                  </a:schemeClr>
                </a:solidFill>
              </a:defRPr>
            </a:lvl2pPr>
            <a:lvl3pPr marL="1625529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3pPr>
            <a:lvl4pPr marL="2438293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4pPr>
            <a:lvl5pPr marL="3251058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5pPr>
            <a:lvl6pPr marL="4063822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6pPr>
            <a:lvl7pPr marL="4876587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7pPr>
            <a:lvl8pPr marL="568935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8pPr>
            <a:lvl9pPr marL="6502116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487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90097" y="3245556"/>
            <a:ext cx="9211509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532" y="3245556"/>
            <a:ext cx="9211509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45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649112"/>
            <a:ext cx="18693944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2921" y="2988734"/>
            <a:ext cx="9169175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2921" y="4453467"/>
            <a:ext cx="916917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72532" y="2988734"/>
            <a:ext cx="9214332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72532" y="4453467"/>
            <a:ext cx="9214332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19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55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91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4332" y="1755423"/>
            <a:ext cx="10972532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6"/>
            </a:lvl3pPr>
            <a:lvl4pPr>
              <a:defRPr sz="3555"/>
            </a:lvl4pPr>
            <a:lvl5pPr>
              <a:defRPr sz="3555"/>
            </a:lvl5pPr>
            <a:lvl6pPr>
              <a:defRPr sz="3555"/>
            </a:lvl6pPr>
            <a:lvl7pPr>
              <a:defRPr sz="3555"/>
            </a:lvl7pPr>
            <a:lvl8pPr>
              <a:defRPr sz="3555"/>
            </a:lvl8pPr>
            <a:lvl9pPr>
              <a:defRPr sz="35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91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14332" y="1755423"/>
            <a:ext cx="10972532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764" indent="0">
              <a:buNone/>
              <a:defRPr sz="4978"/>
            </a:lvl2pPr>
            <a:lvl3pPr marL="1625529" indent="0">
              <a:buNone/>
              <a:defRPr sz="4266"/>
            </a:lvl3pPr>
            <a:lvl4pPr marL="2438293" indent="0">
              <a:buNone/>
              <a:defRPr sz="3555"/>
            </a:lvl4pPr>
            <a:lvl5pPr marL="3251058" indent="0">
              <a:buNone/>
              <a:defRPr sz="3555"/>
            </a:lvl5pPr>
            <a:lvl6pPr marL="4063822" indent="0">
              <a:buNone/>
              <a:defRPr sz="3555"/>
            </a:lvl6pPr>
            <a:lvl7pPr marL="4876587" indent="0">
              <a:buNone/>
              <a:defRPr sz="3555"/>
            </a:lvl7pPr>
            <a:lvl8pPr marL="5689351" indent="0">
              <a:buNone/>
              <a:defRPr sz="3555"/>
            </a:lvl8pPr>
            <a:lvl9pPr marL="6502116" indent="0">
              <a:buNone/>
              <a:defRPr sz="355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58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926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10555" y="649111"/>
            <a:ext cx="467348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0097" y="649111"/>
            <a:ext cx="13749531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0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0097" y="649112"/>
            <a:ext cx="18693944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0097" y="3245556"/>
            <a:ext cx="18693944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0097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79558" y="11300179"/>
            <a:ext cx="7315022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07360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66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625529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382" indent="-406382" algn="l" defTabSz="1625529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147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2pPr>
      <a:lvl3pPr marL="2031911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3pPr>
      <a:lvl4pPr marL="2844676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40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204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2969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5733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498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764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529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293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058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3822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587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351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116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76C8566C-64AB-9E9D-70E2-BB960CEFEB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9" r="13638"/>
          <a:stretch>
            <a:fillRect/>
          </a:stretch>
        </p:blipFill>
        <p:spPr>
          <a:xfrm>
            <a:off x="2103119" y="0"/>
            <a:ext cx="17636491" cy="1219200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6B4DB7C8-51A1-9F7F-765E-69A68AD02602}"/>
              </a:ext>
            </a:extLst>
          </p:cNvPr>
          <p:cNvSpPr/>
          <p:nvPr/>
        </p:nvSpPr>
        <p:spPr>
          <a:xfrm>
            <a:off x="16802100" y="125731"/>
            <a:ext cx="4754880" cy="192549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F0F910E-3C58-8C9C-931A-CA3FF6AB2413}"/>
              </a:ext>
            </a:extLst>
          </p:cNvPr>
          <p:cNvCxnSpPr/>
          <p:nvPr/>
        </p:nvCxnSpPr>
        <p:spPr>
          <a:xfrm>
            <a:off x="17342885" y="1646059"/>
            <a:ext cx="568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16AF5B2-94A2-A94E-97A2-A96A4F3B9CE2}"/>
              </a:ext>
            </a:extLst>
          </p:cNvPr>
          <p:cNvCxnSpPr/>
          <p:nvPr/>
        </p:nvCxnSpPr>
        <p:spPr>
          <a:xfrm>
            <a:off x="17352815" y="1095779"/>
            <a:ext cx="5688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9F65C73-B655-232A-B07A-69FF56EECA7A}"/>
              </a:ext>
            </a:extLst>
          </p:cNvPr>
          <p:cNvSpPr txBox="1"/>
          <p:nvPr/>
        </p:nvSpPr>
        <p:spPr>
          <a:xfrm>
            <a:off x="18347519" y="911113"/>
            <a:ext cx="172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Motorway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C3C1972-4AB0-C059-9E46-DDE6F453F257}"/>
              </a:ext>
            </a:extLst>
          </p:cNvPr>
          <p:cNvSpPr txBox="1"/>
          <p:nvPr/>
        </p:nvSpPr>
        <p:spPr>
          <a:xfrm>
            <a:off x="18347519" y="1466636"/>
            <a:ext cx="214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Federal road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409A49-B110-A1C6-F90B-A0BBBE83EE33}"/>
              </a:ext>
            </a:extLst>
          </p:cNvPr>
          <p:cNvSpPr txBox="1"/>
          <p:nvPr/>
        </p:nvSpPr>
        <p:spPr>
          <a:xfrm>
            <a:off x="18320006" y="355590"/>
            <a:ext cx="335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Detectors on the motorway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E39B950-17E6-3614-F5C2-CD5B275AC324}"/>
              </a:ext>
            </a:extLst>
          </p:cNvPr>
          <p:cNvSpPr/>
          <p:nvPr/>
        </p:nvSpPr>
        <p:spPr>
          <a:xfrm>
            <a:off x="17467265" y="406518"/>
            <a:ext cx="320040" cy="317264"/>
          </a:xfrm>
          <a:prstGeom prst="ellipse">
            <a:avLst/>
          </a:prstGeom>
          <a:solidFill>
            <a:srgbClr val="C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436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CB820-0FAF-4C23-A679-49899301C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35AB8277-AB30-419F-57C3-AB8195DF9C9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9" r="13638"/>
          <a:stretch>
            <a:fillRect/>
          </a:stretch>
        </p:blipFill>
        <p:spPr>
          <a:xfrm>
            <a:off x="2103119" y="0"/>
            <a:ext cx="17636491" cy="12192000"/>
          </a:xfrm>
          <a:prstGeom prst="rect">
            <a:avLst/>
          </a:prstGeom>
        </p:spPr>
      </p:pic>
      <p:pic>
        <p:nvPicPr>
          <p:cNvPr id="7" name="图形 6" descr="城市 轮廓">
            <a:extLst>
              <a:ext uri="{FF2B5EF4-FFF2-40B4-BE49-F238E27FC236}">
                <a16:creationId xmlns:a16="http://schemas.microsoft.com/office/drawing/2014/main" id="{7CDA454C-F62E-1601-F704-57974180B4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9918" y="1940700"/>
            <a:ext cx="914400" cy="914400"/>
          </a:xfrm>
          <a:prstGeom prst="rect">
            <a:avLst/>
          </a:prstGeom>
        </p:spPr>
      </p:pic>
      <p:pic>
        <p:nvPicPr>
          <p:cNvPr id="13" name="图形 12" descr="水瓶座 纯色填充">
            <a:extLst>
              <a:ext uri="{FF2B5EF4-FFF2-40B4-BE49-F238E27FC236}">
                <a16:creationId xmlns:a16="http://schemas.microsoft.com/office/drawing/2014/main" id="{440EFCDA-FA52-6799-C02B-6E5F5F1014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8886" y="6415562"/>
            <a:ext cx="914400" cy="9144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AB4E0DC2-56C5-3B70-4309-1D1AECB1A399}"/>
              </a:ext>
            </a:extLst>
          </p:cNvPr>
          <p:cNvSpPr txBox="1"/>
          <p:nvPr/>
        </p:nvSpPr>
        <p:spPr>
          <a:xfrm>
            <a:off x="2512147" y="2855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Odelzhausen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2" name="图形 21" descr="城市 轮廓">
            <a:extLst>
              <a:ext uri="{FF2B5EF4-FFF2-40B4-BE49-F238E27FC236}">
                <a16:creationId xmlns:a16="http://schemas.microsoft.com/office/drawing/2014/main" id="{7CD7CF49-087F-1C0A-C846-5F40E1BE41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5718" y="3452000"/>
            <a:ext cx="914400" cy="9144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A6C447C7-B1E2-F8B3-24DA-EC09AA17E496}"/>
              </a:ext>
            </a:extLst>
          </p:cNvPr>
          <p:cNvSpPr txBox="1"/>
          <p:nvPr/>
        </p:nvSpPr>
        <p:spPr>
          <a:xfrm>
            <a:off x="5737947" y="43664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ul</a:t>
            </a:r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emoos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4" name="图形 23" descr="城市 轮廓">
            <a:extLst>
              <a:ext uri="{FF2B5EF4-FFF2-40B4-BE49-F238E27FC236}">
                <a16:creationId xmlns:a16="http://schemas.microsoft.com/office/drawing/2014/main" id="{1AE3288F-D36F-CC73-9DDE-5C6533560D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97578" y="8265300"/>
            <a:ext cx="914400" cy="9144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C5E60512-6286-3D83-AFD2-C9EC33FE8C50}"/>
              </a:ext>
            </a:extLst>
          </p:cNvPr>
          <p:cNvSpPr txBox="1"/>
          <p:nvPr/>
        </p:nvSpPr>
        <p:spPr>
          <a:xfrm>
            <a:off x="8597578" y="91797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Olching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6" name="图形 25" descr="城市 轮廓">
            <a:extLst>
              <a:ext uri="{FF2B5EF4-FFF2-40B4-BE49-F238E27FC236}">
                <a16:creationId xmlns:a16="http://schemas.microsoft.com/office/drawing/2014/main" id="{88612344-1A8C-8900-FD68-ED1B6C0A7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10269" y="4472132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DDBB104B-25C7-3538-903F-467B9A81BD65}"/>
              </a:ext>
            </a:extLst>
          </p:cNvPr>
          <p:cNvSpPr txBox="1"/>
          <p:nvPr/>
        </p:nvSpPr>
        <p:spPr>
          <a:xfrm>
            <a:off x="12910269" y="5386532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8" name="图形 27" descr="城市 轮廓">
            <a:extLst>
              <a:ext uri="{FF2B5EF4-FFF2-40B4-BE49-F238E27FC236}">
                <a16:creationId xmlns:a16="http://schemas.microsoft.com/office/drawing/2014/main" id="{118B2417-2C59-DA5F-842C-111238FE75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89018" y="6875868"/>
            <a:ext cx="914400" cy="91440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78A7D9C0-C437-2BB4-9C12-B86DA379A9AC}"/>
              </a:ext>
            </a:extLst>
          </p:cNvPr>
          <p:cNvSpPr txBox="1"/>
          <p:nvPr/>
        </p:nvSpPr>
        <p:spPr>
          <a:xfrm>
            <a:off x="14475547" y="7761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Karlsfeld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0" name="图形 29" descr="城市 轮廓">
            <a:extLst>
              <a:ext uri="{FF2B5EF4-FFF2-40B4-BE49-F238E27FC236}">
                <a16:creationId xmlns:a16="http://schemas.microsoft.com/office/drawing/2014/main" id="{86724767-7353-A53E-7B5F-5A86A6943B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5518" y="9179700"/>
            <a:ext cx="914400" cy="914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43139B6F-279A-633F-B46A-333FDF5C180B}"/>
              </a:ext>
            </a:extLst>
          </p:cNvPr>
          <p:cNvSpPr txBox="1"/>
          <p:nvPr/>
        </p:nvSpPr>
        <p:spPr>
          <a:xfrm>
            <a:off x="10589347" y="10094100"/>
            <a:ext cx="136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Gröbenzell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5" name="图形 34" descr="城市 轮廓">
            <a:extLst>
              <a:ext uri="{FF2B5EF4-FFF2-40B4-BE49-F238E27FC236}">
                <a16:creationId xmlns:a16="http://schemas.microsoft.com/office/drawing/2014/main" id="{54A8CD92-5411-8386-AA54-4669357325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2960" y="9840100"/>
            <a:ext cx="914400" cy="9144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8A59816D-200C-5A6E-4F05-7CDFE2968CCD}"/>
              </a:ext>
            </a:extLst>
          </p:cNvPr>
          <p:cNvSpPr txBox="1"/>
          <p:nvPr/>
        </p:nvSpPr>
        <p:spPr>
          <a:xfrm>
            <a:off x="4558327" y="10569834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Fürstenfeldbruck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C837EE-3768-E285-2EAF-E6E2D1D2387A}"/>
              </a:ext>
            </a:extLst>
          </p:cNvPr>
          <p:cNvSpPr txBox="1"/>
          <p:nvPr/>
        </p:nvSpPr>
        <p:spPr>
          <a:xfrm>
            <a:off x="7577506" y="7195402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Palsweiser</a:t>
            </a:r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8" name="图形 37" descr="城市 轮廓">
            <a:extLst>
              <a:ext uri="{FF2B5EF4-FFF2-40B4-BE49-F238E27FC236}">
                <a16:creationId xmlns:a16="http://schemas.microsoft.com/office/drawing/2014/main" id="{0DEC8C7C-56CC-5189-E160-AE4ECF1726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3031" y="7380068"/>
            <a:ext cx="914400" cy="914400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8C6DE0A1-6278-A2F3-E829-B3B7815FA205}"/>
              </a:ext>
            </a:extLst>
          </p:cNvPr>
          <p:cNvSpPr txBox="1"/>
          <p:nvPr/>
        </p:nvSpPr>
        <p:spPr>
          <a:xfrm>
            <a:off x="12189560" y="82653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Gröbenried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91DD415-C59B-D8E8-E119-F3F5A753BC0E}"/>
              </a:ext>
            </a:extLst>
          </p:cNvPr>
          <p:cNvSpPr/>
          <p:nvPr/>
        </p:nvSpPr>
        <p:spPr>
          <a:xfrm>
            <a:off x="7328199" y="5327860"/>
            <a:ext cx="83548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A8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440F472-15CE-6D94-005C-377B5B89926F}"/>
              </a:ext>
            </a:extLst>
          </p:cNvPr>
          <p:cNvSpPr/>
          <p:nvPr/>
        </p:nvSpPr>
        <p:spPr>
          <a:xfrm>
            <a:off x="15641774" y="7988301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A99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093B2F2-5338-5629-25E8-3980A8B04C9A}"/>
              </a:ext>
            </a:extLst>
          </p:cNvPr>
          <p:cNvSpPr/>
          <p:nvPr/>
        </p:nvSpPr>
        <p:spPr>
          <a:xfrm>
            <a:off x="8015084" y="7755716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B471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23DFAEE-C55B-1770-B2A2-2FB9E58C346D}"/>
              </a:ext>
            </a:extLst>
          </p:cNvPr>
          <p:cNvSpPr/>
          <p:nvPr/>
        </p:nvSpPr>
        <p:spPr>
          <a:xfrm>
            <a:off x="13331243" y="5898473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B304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B1FD9B9-C688-EEA4-BE8E-FE26CE87DD85}"/>
              </a:ext>
            </a:extLst>
          </p:cNvPr>
          <p:cNvSpPr/>
          <p:nvPr/>
        </p:nvSpPr>
        <p:spPr>
          <a:xfrm>
            <a:off x="17250859" y="4274067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A92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9" name="图形 48" descr="水瓶座 纯色填充">
            <a:extLst>
              <a:ext uri="{FF2B5EF4-FFF2-40B4-BE49-F238E27FC236}">
                <a16:creationId xmlns:a16="http://schemas.microsoft.com/office/drawing/2014/main" id="{E24505C3-3061-87C4-7D6A-8F5BC29FA0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17748" y="5777261"/>
            <a:ext cx="914400" cy="914400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AC821BB2-C7AE-DBD8-275A-DA84D1C53BC1}"/>
              </a:ext>
            </a:extLst>
          </p:cNvPr>
          <p:cNvSpPr txBox="1"/>
          <p:nvPr/>
        </p:nvSpPr>
        <p:spPr>
          <a:xfrm>
            <a:off x="15276368" y="6557101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Dachauer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51" name="图形 50" descr="水瓶座 纯色填充">
            <a:extLst>
              <a:ext uri="{FF2B5EF4-FFF2-40B4-BE49-F238E27FC236}">
                <a16:creationId xmlns:a16="http://schemas.microsoft.com/office/drawing/2014/main" id="{F9126D98-8AC8-DD54-F9BA-0231534E07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4441" y="6070428"/>
            <a:ext cx="914400" cy="91440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22A073D0-3651-CB85-EC8D-C202D513A1CA}"/>
              </a:ext>
            </a:extLst>
          </p:cNvPr>
          <p:cNvSpPr txBox="1"/>
          <p:nvPr/>
        </p:nvSpPr>
        <p:spPr>
          <a:xfrm>
            <a:off x="11843061" y="6850268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</a:t>
            </a:r>
            <a:r>
              <a:rPr lang="de-DE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röbenbach</a:t>
            </a:r>
            <a:r>
              <a:rPr lang="de-DE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Fluss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4" name="图形 3" descr="城市 轮廓">
            <a:extLst>
              <a:ext uri="{FF2B5EF4-FFF2-40B4-BE49-F238E27FC236}">
                <a16:creationId xmlns:a16="http://schemas.microsoft.com/office/drawing/2014/main" id="{CF90A862-C192-C29B-FEBB-D3FA65D14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0731" y="8187732"/>
            <a:ext cx="914400" cy="914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3D6AB4F-1F77-C0ED-552A-B5FF85C6A377}"/>
              </a:ext>
            </a:extLst>
          </p:cNvPr>
          <p:cNvSpPr txBox="1"/>
          <p:nvPr/>
        </p:nvSpPr>
        <p:spPr>
          <a:xfrm>
            <a:off x="5230808" y="8917466"/>
            <a:ext cx="143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Maisach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6" name="图形 5" descr="城市 轮廓">
            <a:extLst>
              <a:ext uri="{FF2B5EF4-FFF2-40B4-BE49-F238E27FC236}">
                <a16:creationId xmlns:a16="http://schemas.microsoft.com/office/drawing/2014/main" id="{1D7BF390-22EE-B7AF-CBD4-4DC9A7D3B6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8956" y="2211517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5B7193E-4347-D8C6-727A-A1C8681766B4}"/>
              </a:ext>
            </a:extLst>
          </p:cNvPr>
          <p:cNvSpPr txBox="1"/>
          <p:nvPr/>
        </p:nvSpPr>
        <p:spPr>
          <a:xfrm>
            <a:off x="9393736" y="2941251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Schwabhausen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9" name="图形 8" descr="城市 轮廓">
            <a:extLst>
              <a:ext uri="{FF2B5EF4-FFF2-40B4-BE49-F238E27FC236}">
                <a16:creationId xmlns:a16="http://schemas.microsoft.com/office/drawing/2014/main" id="{B9ECFDBB-2B71-9B64-A0E9-A1B50485BE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0097" y="523100"/>
            <a:ext cx="914400" cy="9144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A95EF79-04E8-E9BB-6871-15C9C4C0F366}"/>
              </a:ext>
            </a:extLst>
          </p:cNvPr>
          <p:cNvSpPr txBox="1"/>
          <p:nvPr/>
        </p:nvSpPr>
        <p:spPr>
          <a:xfrm>
            <a:off x="7360097" y="1227299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Erdweg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1" name="图形 10" descr="城市 轮廓">
            <a:extLst>
              <a:ext uri="{FF2B5EF4-FFF2-40B4-BE49-F238E27FC236}">
                <a16:creationId xmlns:a16="http://schemas.microsoft.com/office/drawing/2014/main" id="{90D1AFCA-37FD-6472-6ACC-99659AF102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2337" y="6319148"/>
            <a:ext cx="914400" cy="9144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8E9B54A-5579-1EE5-0E85-6BFF1F7055BA}"/>
              </a:ext>
            </a:extLst>
          </p:cNvPr>
          <p:cNvSpPr txBox="1"/>
          <p:nvPr/>
        </p:nvSpPr>
        <p:spPr>
          <a:xfrm>
            <a:off x="5965718" y="7048935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Ü</a:t>
            </a:r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beracker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4" name="图形 13" descr="城市 轮廓">
            <a:extLst>
              <a:ext uri="{FF2B5EF4-FFF2-40B4-BE49-F238E27FC236}">
                <a16:creationId xmlns:a16="http://schemas.microsoft.com/office/drawing/2014/main" id="{D0508F1E-0758-359C-F3B1-2759643001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0292" y="4639371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3508080-6F87-A06A-5BF0-61EEE253AFAB}"/>
              </a:ext>
            </a:extLst>
          </p:cNvPr>
          <p:cNvSpPr txBox="1"/>
          <p:nvPr/>
        </p:nvSpPr>
        <p:spPr>
          <a:xfrm>
            <a:off x="5890292" y="5369105"/>
            <a:ext cx="1230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Einsbach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596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AC5DA-D178-1C11-9635-6716F4CD0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E3ECFC24-5F49-417D-24AA-BFDF1657F0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328" y="0"/>
            <a:ext cx="16991481" cy="12192000"/>
          </a:xfrm>
          <a:prstGeom prst="rect">
            <a:avLst/>
          </a:prstGeom>
        </p:spPr>
      </p:pic>
      <p:pic>
        <p:nvPicPr>
          <p:cNvPr id="7" name="图形 6" descr="城市 轮廓">
            <a:extLst>
              <a:ext uri="{FF2B5EF4-FFF2-40B4-BE49-F238E27FC236}">
                <a16:creationId xmlns:a16="http://schemas.microsoft.com/office/drawing/2014/main" id="{92811580-9845-91BC-462E-209DD2901B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9918" y="1940700"/>
            <a:ext cx="914400" cy="914400"/>
          </a:xfrm>
          <a:prstGeom prst="rect">
            <a:avLst/>
          </a:prstGeom>
        </p:spPr>
      </p:pic>
      <p:pic>
        <p:nvPicPr>
          <p:cNvPr id="13" name="图形 12" descr="水瓶座 纯色填充">
            <a:extLst>
              <a:ext uri="{FF2B5EF4-FFF2-40B4-BE49-F238E27FC236}">
                <a16:creationId xmlns:a16="http://schemas.microsoft.com/office/drawing/2014/main" id="{E5FA1465-1223-3779-328E-0E5DBCF5AF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8886" y="6415562"/>
            <a:ext cx="914400" cy="9144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5E5C9975-2B6D-9ECB-CCCB-82C1B1811BF7}"/>
              </a:ext>
            </a:extLst>
          </p:cNvPr>
          <p:cNvSpPr txBox="1"/>
          <p:nvPr/>
        </p:nvSpPr>
        <p:spPr>
          <a:xfrm>
            <a:off x="2512147" y="2855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Odelzhausen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2" name="图形 21" descr="城市 轮廓">
            <a:extLst>
              <a:ext uri="{FF2B5EF4-FFF2-40B4-BE49-F238E27FC236}">
                <a16:creationId xmlns:a16="http://schemas.microsoft.com/office/drawing/2014/main" id="{9BAD253A-F8DD-8AD6-9264-9FC0522B7F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5718" y="3452000"/>
            <a:ext cx="914400" cy="9144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54709007-2A9B-ADFB-EE7C-8130096AA947}"/>
              </a:ext>
            </a:extLst>
          </p:cNvPr>
          <p:cNvSpPr txBox="1"/>
          <p:nvPr/>
        </p:nvSpPr>
        <p:spPr>
          <a:xfrm>
            <a:off x="5737947" y="43664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ul</a:t>
            </a:r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emoos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4" name="图形 23" descr="城市 轮廓">
            <a:extLst>
              <a:ext uri="{FF2B5EF4-FFF2-40B4-BE49-F238E27FC236}">
                <a16:creationId xmlns:a16="http://schemas.microsoft.com/office/drawing/2014/main" id="{1F302DBB-F1F4-6CAA-C3FB-59534DB627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97578" y="8265300"/>
            <a:ext cx="914400" cy="9144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57A5B5A5-D141-E65F-4F36-098990EBBB18}"/>
              </a:ext>
            </a:extLst>
          </p:cNvPr>
          <p:cNvSpPr txBox="1"/>
          <p:nvPr/>
        </p:nvSpPr>
        <p:spPr>
          <a:xfrm>
            <a:off x="8597578" y="91797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Olching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6" name="图形 25" descr="城市 轮廓">
            <a:extLst>
              <a:ext uri="{FF2B5EF4-FFF2-40B4-BE49-F238E27FC236}">
                <a16:creationId xmlns:a16="http://schemas.microsoft.com/office/drawing/2014/main" id="{7DC11C33-C3B1-2D6D-7EA6-80099FF35C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10269" y="4472132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D0673E2B-BBF4-C76D-926A-C715B5A6E36D}"/>
              </a:ext>
            </a:extLst>
          </p:cNvPr>
          <p:cNvSpPr txBox="1"/>
          <p:nvPr/>
        </p:nvSpPr>
        <p:spPr>
          <a:xfrm>
            <a:off x="12910269" y="5386532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8" name="图形 27" descr="城市 轮廓">
            <a:extLst>
              <a:ext uri="{FF2B5EF4-FFF2-40B4-BE49-F238E27FC236}">
                <a16:creationId xmlns:a16="http://schemas.microsoft.com/office/drawing/2014/main" id="{AB01DBBC-660C-1218-94D8-08E2CCFB6E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89018" y="6875868"/>
            <a:ext cx="914400" cy="91440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8E98D723-5A34-0FF2-6F4B-7474DED0478E}"/>
              </a:ext>
            </a:extLst>
          </p:cNvPr>
          <p:cNvSpPr txBox="1"/>
          <p:nvPr/>
        </p:nvSpPr>
        <p:spPr>
          <a:xfrm>
            <a:off x="14475547" y="7761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Karlsfeld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0" name="图形 29" descr="城市 轮廓">
            <a:extLst>
              <a:ext uri="{FF2B5EF4-FFF2-40B4-BE49-F238E27FC236}">
                <a16:creationId xmlns:a16="http://schemas.microsoft.com/office/drawing/2014/main" id="{D6DEE3C2-663F-FC49-E522-8FAF32D9FC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5518" y="9179700"/>
            <a:ext cx="914400" cy="914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ECE3A7F0-A939-EA49-F21E-212EB6F744D6}"/>
              </a:ext>
            </a:extLst>
          </p:cNvPr>
          <p:cNvSpPr txBox="1"/>
          <p:nvPr/>
        </p:nvSpPr>
        <p:spPr>
          <a:xfrm>
            <a:off x="10589347" y="10094100"/>
            <a:ext cx="136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Gröbenzell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5" name="图形 34" descr="城市 轮廓">
            <a:extLst>
              <a:ext uri="{FF2B5EF4-FFF2-40B4-BE49-F238E27FC236}">
                <a16:creationId xmlns:a16="http://schemas.microsoft.com/office/drawing/2014/main" id="{A93987C4-F076-EF93-403F-5030D61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2960" y="9840100"/>
            <a:ext cx="914400" cy="9144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51BDFAB7-12A3-4B7D-134B-918D385A21D1}"/>
              </a:ext>
            </a:extLst>
          </p:cNvPr>
          <p:cNvSpPr txBox="1"/>
          <p:nvPr/>
        </p:nvSpPr>
        <p:spPr>
          <a:xfrm>
            <a:off x="4558327" y="10569834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Fürstenfeldbruck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E39242A-124E-7973-F08F-452588A793F1}"/>
              </a:ext>
            </a:extLst>
          </p:cNvPr>
          <p:cNvSpPr txBox="1"/>
          <p:nvPr/>
        </p:nvSpPr>
        <p:spPr>
          <a:xfrm>
            <a:off x="7577506" y="7195402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Palsweiser</a:t>
            </a:r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8" name="图形 37" descr="城市 轮廓">
            <a:extLst>
              <a:ext uri="{FF2B5EF4-FFF2-40B4-BE49-F238E27FC236}">
                <a16:creationId xmlns:a16="http://schemas.microsoft.com/office/drawing/2014/main" id="{26586CDC-F753-E163-7FEB-A3994CC653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3031" y="7380068"/>
            <a:ext cx="914400" cy="914400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973DEC90-53EC-FE21-6F56-7F486881B179}"/>
              </a:ext>
            </a:extLst>
          </p:cNvPr>
          <p:cNvSpPr txBox="1"/>
          <p:nvPr/>
        </p:nvSpPr>
        <p:spPr>
          <a:xfrm>
            <a:off x="12189560" y="82653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Gröbenried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598DA7F-D07B-14A5-A1CF-C6F762460723}"/>
              </a:ext>
            </a:extLst>
          </p:cNvPr>
          <p:cNvSpPr/>
          <p:nvPr/>
        </p:nvSpPr>
        <p:spPr>
          <a:xfrm>
            <a:off x="7328199" y="5327860"/>
            <a:ext cx="83548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A8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0639758-50CE-B074-3DD6-7B18708A7511}"/>
              </a:ext>
            </a:extLst>
          </p:cNvPr>
          <p:cNvSpPr/>
          <p:nvPr/>
        </p:nvSpPr>
        <p:spPr>
          <a:xfrm>
            <a:off x="15641774" y="7988301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A99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D9A71A0-9351-6AB2-AB07-F98759233ABC}"/>
              </a:ext>
            </a:extLst>
          </p:cNvPr>
          <p:cNvSpPr/>
          <p:nvPr/>
        </p:nvSpPr>
        <p:spPr>
          <a:xfrm>
            <a:off x="8015084" y="7755716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B471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1036F32-6FB3-3887-9C57-FD9BDA71B740}"/>
              </a:ext>
            </a:extLst>
          </p:cNvPr>
          <p:cNvSpPr/>
          <p:nvPr/>
        </p:nvSpPr>
        <p:spPr>
          <a:xfrm>
            <a:off x="13331243" y="5898473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B304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F342D92-5444-363B-CB87-FB36FAE1DCEC}"/>
              </a:ext>
            </a:extLst>
          </p:cNvPr>
          <p:cNvSpPr/>
          <p:nvPr/>
        </p:nvSpPr>
        <p:spPr>
          <a:xfrm>
            <a:off x="17250859" y="4274067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A92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9" name="图形 48" descr="水瓶座 纯色填充">
            <a:extLst>
              <a:ext uri="{FF2B5EF4-FFF2-40B4-BE49-F238E27FC236}">
                <a16:creationId xmlns:a16="http://schemas.microsoft.com/office/drawing/2014/main" id="{5348B2E9-6D03-B321-3EF1-BFDB2E19E0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17748" y="5777261"/>
            <a:ext cx="914400" cy="914400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E7B12EFF-2FE4-1FDE-0C55-2B05A43801BC}"/>
              </a:ext>
            </a:extLst>
          </p:cNvPr>
          <p:cNvSpPr txBox="1"/>
          <p:nvPr/>
        </p:nvSpPr>
        <p:spPr>
          <a:xfrm>
            <a:off x="15276368" y="6557101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Dachauer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51" name="图形 50" descr="水瓶座 纯色填充">
            <a:extLst>
              <a:ext uri="{FF2B5EF4-FFF2-40B4-BE49-F238E27FC236}">
                <a16:creationId xmlns:a16="http://schemas.microsoft.com/office/drawing/2014/main" id="{47C5437C-C8B5-D130-6488-D77B0FE929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4441" y="6070428"/>
            <a:ext cx="914400" cy="91440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ACDE14B5-4AEA-ECF9-2962-9B296B594437}"/>
              </a:ext>
            </a:extLst>
          </p:cNvPr>
          <p:cNvSpPr txBox="1"/>
          <p:nvPr/>
        </p:nvSpPr>
        <p:spPr>
          <a:xfrm>
            <a:off x="11843061" y="6850268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</a:t>
            </a:r>
            <a:r>
              <a:rPr lang="de-DE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röbenbach</a:t>
            </a:r>
            <a:r>
              <a:rPr lang="de-DE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Fluss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4" name="图形 3" descr="城市 轮廓">
            <a:extLst>
              <a:ext uri="{FF2B5EF4-FFF2-40B4-BE49-F238E27FC236}">
                <a16:creationId xmlns:a16="http://schemas.microsoft.com/office/drawing/2014/main" id="{26796F0B-6468-4EE8-4D51-61969C8947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0731" y="8187732"/>
            <a:ext cx="914400" cy="914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88DE33E-BA0A-C415-A72D-EBE505AEA5F9}"/>
              </a:ext>
            </a:extLst>
          </p:cNvPr>
          <p:cNvSpPr txBox="1"/>
          <p:nvPr/>
        </p:nvSpPr>
        <p:spPr>
          <a:xfrm>
            <a:off x="5230808" y="8917466"/>
            <a:ext cx="143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Maisach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6" name="图形 5" descr="城市 轮廓">
            <a:extLst>
              <a:ext uri="{FF2B5EF4-FFF2-40B4-BE49-F238E27FC236}">
                <a16:creationId xmlns:a16="http://schemas.microsoft.com/office/drawing/2014/main" id="{33FDEF87-3998-8857-22E2-4ED72255B5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8956" y="2211517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90346B8-9D82-54DE-DD1C-97311E5180F9}"/>
              </a:ext>
            </a:extLst>
          </p:cNvPr>
          <p:cNvSpPr txBox="1"/>
          <p:nvPr/>
        </p:nvSpPr>
        <p:spPr>
          <a:xfrm>
            <a:off x="9393736" y="2941251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Schwabhausen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9" name="图形 8" descr="城市 轮廓">
            <a:extLst>
              <a:ext uri="{FF2B5EF4-FFF2-40B4-BE49-F238E27FC236}">
                <a16:creationId xmlns:a16="http://schemas.microsoft.com/office/drawing/2014/main" id="{5D19FAF0-32C2-DE38-2B3C-D6CB3003AA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0097" y="523100"/>
            <a:ext cx="914400" cy="9144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24AB36A-67E8-F448-2B2F-850287226771}"/>
              </a:ext>
            </a:extLst>
          </p:cNvPr>
          <p:cNvSpPr txBox="1"/>
          <p:nvPr/>
        </p:nvSpPr>
        <p:spPr>
          <a:xfrm>
            <a:off x="7360097" y="1227299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Erdweg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1" name="图形 10" descr="城市 轮廓">
            <a:extLst>
              <a:ext uri="{FF2B5EF4-FFF2-40B4-BE49-F238E27FC236}">
                <a16:creationId xmlns:a16="http://schemas.microsoft.com/office/drawing/2014/main" id="{B659ACA7-7BA7-360D-1209-A9198DE917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2337" y="6319148"/>
            <a:ext cx="914400" cy="9144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B582BCD-BEB5-4F71-CD3C-3877EF5C38D8}"/>
              </a:ext>
            </a:extLst>
          </p:cNvPr>
          <p:cNvSpPr txBox="1"/>
          <p:nvPr/>
        </p:nvSpPr>
        <p:spPr>
          <a:xfrm>
            <a:off x="5965718" y="7048935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Ü</a:t>
            </a:r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beracker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4" name="图形 13" descr="城市 轮廓">
            <a:extLst>
              <a:ext uri="{FF2B5EF4-FFF2-40B4-BE49-F238E27FC236}">
                <a16:creationId xmlns:a16="http://schemas.microsoft.com/office/drawing/2014/main" id="{74E2FB16-7EE9-BF19-ACBF-1E3945DC52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0292" y="4639371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57AC36E-47A0-DBD3-CA99-37C898145507}"/>
              </a:ext>
            </a:extLst>
          </p:cNvPr>
          <p:cNvSpPr txBox="1"/>
          <p:nvPr/>
        </p:nvSpPr>
        <p:spPr>
          <a:xfrm>
            <a:off x="5890292" y="5369105"/>
            <a:ext cx="1230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Einsbach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3010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</TotalTime>
  <Words>68</Words>
  <Application>Microsoft Office PowerPoint</Application>
  <PresentationFormat>自定义</PresentationFormat>
  <Paragraphs>48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Arial Unicode MS</vt:lpstr>
      <vt:lpstr>等线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Ziyi Wu</dc:creator>
  <cp:lastModifiedBy>Ziyi Wu</cp:lastModifiedBy>
  <cp:revision>16</cp:revision>
  <dcterms:created xsi:type="dcterms:W3CDTF">2026-05-01T14:39:48Z</dcterms:created>
  <dcterms:modified xsi:type="dcterms:W3CDTF">2026-06-18T19:36:28Z</dcterms:modified>
</cp:coreProperties>
</file>