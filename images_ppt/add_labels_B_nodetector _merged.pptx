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63" r:id="rId2"/>
    <p:sldId id="262" r:id="rId3"/>
    <p:sldId id="261" r:id="rId4"/>
    <p:sldId id="260" r:id="rId5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D"/>
    <a:srgbClr val="2869BF"/>
    <a:srgbClr val="3B933D"/>
    <a:srgbClr val="EDF3FE"/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>
        <p:scale>
          <a:sx n="150" d="100"/>
          <a:sy n="150" d="100"/>
        </p:scale>
        <p:origin x="-15180" y="96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D947-AD41-F0CA-E696-B7AC52B6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576E3A-18F9-9AC6-FF3C-DA13A140F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C51E47-26CE-6DF0-3D5E-40CE7BC81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A2E921-520E-52A6-3DBB-5DD8F8EBB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11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70AE-05E1-34EC-8067-5AC3AA93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0AFEDE-7823-6E09-2235-47FFAB72C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26C37A-6D74-BFBA-441A-2AEB7E1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68BA5-0C91-06BC-0483-5678E7783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805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7AB5-3180-FBF7-9575-FDABC3B5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A6E312-C21D-AB5A-40BB-1F932FBAE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EAB137-8703-8390-9C2E-572FCA169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67AA77-02D1-B705-4E86-087F6EDED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23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A9A63-5F34-8761-0A50-DCD2A5E6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7395E2-6398-94EF-FBDC-CAE65D7DD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F9C009-A36D-B160-60E2-034697F7D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0C87DD-AFA3-5491-96BC-84DF1D1A3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02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8364-34EB-F5EE-F5E4-1C36CC9F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932A80C4-B711-0645-4FEF-E6EAE7EB47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2" t="-630" r="14325" b="630"/>
          <a:stretch>
            <a:fillRect/>
          </a:stretch>
        </p:blipFill>
        <p:spPr>
          <a:xfrm>
            <a:off x="2376521" y="-26172"/>
            <a:ext cx="17103976" cy="12193200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D1634C-6710-2226-C846-EC43CBEEFDBA}"/>
              </a:ext>
            </a:extLst>
          </p:cNvPr>
          <p:cNvSpPr/>
          <p:nvPr/>
        </p:nvSpPr>
        <p:spPr>
          <a:xfrm>
            <a:off x="16802100" y="125730"/>
            <a:ext cx="4754880" cy="231690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1FA14F-08CF-4930-3C35-73F17029E769}"/>
              </a:ext>
            </a:extLst>
          </p:cNvPr>
          <p:cNvSpPr txBox="1"/>
          <p:nvPr/>
        </p:nvSpPr>
        <p:spPr>
          <a:xfrm>
            <a:off x="18210501" y="304022"/>
            <a:ext cx="301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Detectors on the motorway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C0E50B6-C2E3-24EA-BA42-DAF9114CA0C5}"/>
              </a:ext>
            </a:extLst>
          </p:cNvPr>
          <p:cNvCxnSpPr/>
          <p:nvPr/>
        </p:nvCxnSpPr>
        <p:spPr>
          <a:xfrm>
            <a:off x="17225727" y="2140330"/>
            <a:ext cx="568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46E2620-39EF-6368-4A2F-73CA4548D6DF}"/>
              </a:ext>
            </a:extLst>
          </p:cNvPr>
          <p:cNvCxnSpPr/>
          <p:nvPr/>
        </p:nvCxnSpPr>
        <p:spPr>
          <a:xfrm>
            <a:off x="17235657" y="1590050"/>
            <a:ext cx="5688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D85C12F-398A-FA55-1942-5DAC17E1B2B9}"/>
              </a:ext>
            </a:extLst>
          </p:cNvPr>
          <p:cNvSpPr txBox="1"/>
          <p:nvPr/>
        </p:nvSpPr>
        <p:spPr>
          <a:xfrm>
            <a:off x="18230361" y="1405384"/>
            <a:ext cx="172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028270-2CF8-C1F9-17F5-0DE5E9FC7039}"/>
              </a:ext>
            </a:extLst>
          </p:cNvPr>
          <p:cNvSpPr txBox="1"/>
          <p:nvPr/>
        </p:nvSpPr>
        <p:spPr>
          <a:xfrm>
            <a:off x="18230361" y="1960907"/>
            <a:ext cx="21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44E4BBA-4EB1-4E67-7E66-AF45A7BC89E2}"/>
              </a:ext>
            </a:extLst>
          </p:cNvPr>
          <p:cNvSpPr/>
          <p:nvPr/>
        </p:nvSpPr>
        <p:spPr>
          <a:xfrm>
            <a:off x="17353479" y="330056"/>
            <a:ext cx="320040" cy="317264"/>
          </a:xfrm>
          <a:prstGeom prst="ellipse">
            <a:avLst/>
          </a:prstGeom>
          <a:solidFill>
            <a:srgbClr val="C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939719E-4750-375A-10ED-8BA07399F48C}"/>
              </a:ext>
            </a:extLst>
          </p:cNvPr>
          <p:cNvSpPr txBox="1"/>
          <p:nvPr/>
        </p:nvSpPr>
        <p:spPr>
          <a:xfrm>
            <a:off x="18202848" y="849861"/>
            <a:ext cx="335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Detectors on the federal road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493D0D5-DCB6-BB98-21B7-F43A9791B82C}"/>
              </a:ext>
            </a:extLst>
          </p:cNvPr>
          <p:cNvSpPr/>
          <p:nvPr/>
        </p:nvSpPr>
        <p:spPr>
          <a:xfrm>
            <a:off x="17350107" y="900789"/>
            <a:ext cx="320040" cy="317264"/>
          </a:xfrm>
          <a:prstGeom prst="ellipse">
            <a:avLst/>
          </a:prstGeom>
          <a:solidFill>
            <a:srgbClr val="3333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C6DF-FB1A-52D9-0B2B-DFB9E394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C2635AB5-E0E2-016E-DFEB-FCB265621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8" r="13777"/>
          <a:stretch>
            <a:fillRect/>
          </a:stretch>
        </p:blipFill>
        <p:spPr>
          <a:xfrm>
            <a:off x="2441324" y="0"/>
            <a:ext cx="17238893" cy="121932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FB42C979-5EC0-2B7B-8FAC-B5FE7A04C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201C0286-68B1-A8A5-7E7C-537354B32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FE887C0-D776-705F-8329-DE0FA4EAE382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077DFCDB-8363-60B6-CB97-FFE1760A4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E0E702-2992-DC58-A207-E5B45A590A76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701CDD3B-B69A-72BB-0CA2-E026B93AF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8B2D77A-6103-2936-3DE1-2AA0507B5525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7106CC79-87F8-3551-B6F5-EE72EB99B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BF0361F3-9868-2E45-E660-FDA48F07F216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D9810130-FF59-6A4B-3481-BEB096D09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37E9AF10-1B65-9A80-0521-671413083B53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FD679278-A552-F8B4-76B9-2468B1EB2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1DDE49B-297B-2A39-C5DF-92953103C188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166841F7-B9F4-7D69-2A07-D28176B87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7FF3638-5517-187F-802A-3CC1895E191E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B364A56-7095-179A-B4BF-6624EBBBD439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1A8128CD-C0F8-C02E-851F-BCD7C9B20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0DD8FD2-E1B2-21B9-3DA4-58A8C21EB86D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9618AF9-C432-97C5-F939-CEF11F97D8F0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EB81AD7-0379-B228-7A26-1F735BE2BBC4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33DF0E4-4197-33A1-29BC-9475AB76D78C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5C162C3-79AD-6054-8B62-8EB3D758BDAF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883652-058D-4FB7-AA9D-5E37CC33C869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10432E8D-E82B-A0DF-9DA9-53BBADE13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B94E9E5F-D0EB-97E4-E989-B931D6F7D16D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8B76A8D1-89E2-B66B-6906-34002A5D3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3D440830-0397-098E-DDF3-7FE284304D21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4E8604B1-39B1-4135-F608-4F4D590FE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5B0419E-7AC6-4E90-A3B7-EB3F0B669BF6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4380BFA1-14E8-B027-47B7-D8226AFE53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2155E6-A7D4-A391-7D06-6B25EA4F675B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2FD13179-8D61-6A4C-AC03-83851BF3B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3A484A7-6AB1-2056-E85D-0221ACE09407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6EF6E840-FC2D-8CD2-7E8A-F6D158F4B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A93F47E-79AD-8864-57CF-C367242B3F56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11371BD1-617D-6EE5-108A-C960EB373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5EDE84-E34D-B446-FA9A-EBF864316196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774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66D45-6D4A-D74A-9881-1A471732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052193B-C45B-C6DE-38A4-57DE7A9D7C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9" r="13638"/>
          <a:stretch>
            <a:fillRect/>
          </a:stretch>
        </p:blipFill>
        <p:spPr>
          <a:xfrm>
            <a:off x="2183129" y="0"/>
            <a:ext cx="1763649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69043F27-0F23-2FA3-C1FC-15A982697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9D548E42-F537-B796-A8C3-91231AAA6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C13B960-5DAF-8021-7603-D64619D4369B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E83D022D-F254-E57E-C60F-335278E3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4B342990-B0CA-CA34-B661-C22DA9784358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8357F3A4-5E12-161C-00B6-5847435A4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57A8B30-77AC-8725-850A-1F9CC7C03E75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9982F5BB-888A-904C-1603-0A65FBEAE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124A8D0-082B-1E08-C8BE-34BE45C94326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8BB41BA6-C866-041C-BB56-06BBEDF23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F34B44B-3411-4460-93C2-4536920CF39A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6F39B48D-E6FA-9529-C47E-BB0C0157E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B5AD9774-AF48-A9E2-3557-478F71B5969F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F107D434-17E9-8803-0B3F-67F096266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C67B593-849E-FB2B-2486-333834A8923A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42A3CE7-A742-AABE-BE92-E6FBF52D684C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1BF03668-36B5-073B-B078-CE8889F750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D7A4BAC5-A13C-93EE-5748-BD5FE746C0BD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8CA05BD-C988-88E5-0D98-FD2383AFB4A1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ED4E1B-9687-7FAE-4E36-2D44A6AC6F50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176ACC6-7BF9-FC1B-E5C5-990C3202B53A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CBE1E86-F9F2-CA87-0B52-B65A0EFFC1AF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7B8A19D-1AD7-2A6B-D726-75298359AD07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B39A4AF6-026C-5B48-F5B2-394BC5504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BB9A8514-0797-861C-8C38-30E32A3B719E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A60ABCD9-AAA2-A9AE-ED07-CBB968F5C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07D3BF7-0E91-D132-E987-E1E2EFBBF0DF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14405B37-9E39-6C60-EDE7-BBDDB1560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0963EC0-CDBD-166B-B87C-BD66909A70BE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19D0AF6C-5E83-C9F3-F024-37708CBCC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124E27-5A90-8AC2-9BBE-7628E3B9EDE3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10250A9D-6B50-36F3-3E90-FD04CCA4C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D7C944E-3EAA-517F-BD9A-7ECFD921BD88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35E12D9D-204C-8415-3D44-4036DBD69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E41778C-7359-8F38-25A6-47BB44F45F8C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55DB065F-DE8A-A227-C781-25D676F90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0BEB9B8-E3A0-DDEB-062F-C4C5C584CE30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32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C5DA-D178-1C11-9635-6716F4CD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3ECFC24-5F49-417D-24AA-BFDF1657F0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8" y="0"/>
            <a:ext cx="1699148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92811580-9845-91BC-462E-209DD2901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E5FA1465-1223-3779-328E-0E5DBCF5A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E5C9975-2B6D-9ECB-CCCB-82C1B1811BF7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9BAD253A-F8DD-8AD6-9264-9FC0522B7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4709007-2A9B-ADFB-EE7C-8130096AA947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1F302DBB-F1F4-6CAA-C3FB-59534DB62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7A5B5A5-D141-E65F-4F36-098990EBBB18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7DC11C33-C3B1-2D6D-7EA6-80099FF35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0673E2B-BBF4-C76D-926A-C715B5A6E36D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AB01DBBC-660C-1218-94D8-08E2CCFB6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E98D723-5A34-0FF2-6F4B-7474DED0478E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D6DEE3C2-663F-FC49-E522-8FAF32D9F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CE3A7F0-A939-EA49-F21E-212EB6F744D6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A93987C4-F076-EF93-403F-5030D61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1BDFAB7-12A3-4B7D-134B-918D385A21D1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E39242A-124E-7973-F08F-452588A793F1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26586CDC-F753-E163-7FEB-A3994CC653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73DEC90-53EC-FE21-6F56-7F486881B179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98DA7F-D07B-14A5-A1CF-C6F762460723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639758-50CE-B074-3DD6-7B18708A7511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D9A71A0-9351-6AB2-AB07-F98759233ABC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036F32-6FB3-3887-9C57-FD9BDA71B740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342D92-5444-363B-CB87-FB36FAE1DCEC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5348B2E9-6D03-B321-3EF1-BFDB2E19E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E7B12EFF-2FE4-1FDE-0C55-2B05A43801BC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47C5437C-C8B5-D130-6488-D77B0FE92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ACDE14B5-4AEA-ECF9-2962-9B296B594437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26796F0B-6468-4EE8-4D51-61969C894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8DE33E-BA0A-C415-A72D-EBE505AEA5F9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33FDEF87-3998-8857-22E2-4ED72255B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90346B8-9D82-54DE-DD1C-97311E5180F9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5D19FAF0-32C2-DE38-2B3C-D6CB3003A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24AB36A-67E8-F448-2B2F-850287226771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B659ACA7-7BA7-360D-1209-A9198DE91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582BCD-BEB5-4F71-CD3C-3877EF5C38D8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74E2FB16-7EE9-BF19-ACBF-1E3945DC5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57AC36E-47A0-DBD3-CA99-37C898145507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01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103</Words>
  <Application>Microsoft Office PowerPoint</Application>
  <PresentationFormat>自定义</PresentationFormat>
  <Paragraphs>71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21</cp:revision>
  <dcterms:created xsi:type="dcterms:W3CDTF">2026-05-01T14:39:48Z</dcterms:created>
  <dcterms:modified xsi:type="dcterms:W3CDTF">2026-06-18T19:34:26Z</dcterms:modified>
</cp:coreProperties>
</file>