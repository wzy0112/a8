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0098088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F5597"/>
    <a:srgbClr val="5C84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0" autoAdjust="0"/>
    <p:restoredTop sz="94660"/>
  </p:normalViewPr>
  <p:slideViewPr>
    <p:cSldViewPr snapToGrid="0">
      <p:cViewPr varScale="1">
        <p:scale>
          <a:sx n="56" d="100"/>
          <a:sy n="56" d="100"/>
        </p:scale>
        <p:origin x="60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7357" y="1995312"/>
            <a:ext cx="8583375" cy="4244622"/>
          </a:xfrm>
        </p:spPr>
        <p:txBody>
          <a:bodyPr anchor="b"/>
          <a:lstStyle>
            <a:lvl1pPr algn="ctr">
              <a:defRPr sz="66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2261" y="6403623"/>
            <a:ext cx="7573566" cy="2943577"/>
          </a:xfrm>
        </p:spPr>
        <p:txBody>
          <a:bodyPr/>
          <a:lstStyle>
            <a:lvl1pPr marL="0" indent="0" algn="ctr">
              <a:buNone/>
              <a:defRPr sz="2650"/>
            </a:lvl1pPr>
            <a:lvl2pPr marL="504886" indent="0" algn="ctr">
              <a:buNone/>
              <a:defRPr sz="2209"/>
            </a:lvl2pPr>
            <a:lvl3pPr marL="1009772" indent="0" algn="ctr">
              <a:buNone/>
              <a:defRPr sz="1988"/>
            </a:lvl3pPr>
            <a:lvl4pPr marL="1514658" indent="0" algn="ctr">
              <a:buNone/>
              <a:defRPr sz="1767"/>
            </a:lvl4pPr>
            <a:lvl5pPr marL="2019544" indent="0" algn="ctr">
              <a:buNone/>
              <a:defRPr sz="1767"/>
            </a:lvl5pPr>
            <a:lvl6pPr marL="2524430" indent="0" algn="ctr">
              <a:buNone/>
              <a:defRPr sz="1767"/>
            </a:lvl6pPr>
            <a:lvl7pPr marL="3029316" indent="0" algn="ctr">
              <a:buNone/>
              <a:defRPr sz="1767"/>
            </a:lvl7pPr>
            <a:lvl8pPr marL="3534202" indent="0" algn="ctr">
              <a:buNone/>
              <a:defRPr sz="1767"/>
            </a:lvl8pPr>
            <a:lvl9pPr marL="4039088" indent="0" algn="ctr">
              <a:buNone/>
              <a:defRPr sz="176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99385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52684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8985" y="3039537"/>
            <a:ext cx="8709601" cy="5071532"/>
          </a:xfrm>
        </p:spPr>
        <p:txBody>
          <a:bodyPr anchor="b"/>
          <a:lstStyle>
            <a:lvl1pPr>
              <a:defRPr sz="6626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8985" y="8159048"/>
            <a:ext cx="8709601" cy="2666999"/>
          </a:xfrm>
        </p:spPr>
        <p:txBody>
          <a:bodyPr/>
          <a:lstStyle>
            <a:lvl1pPr marL="0" indent="0">
              <a:buNone/>
              <a:defRPr sz="2650">
                <a:solidFill>
                  <a:schemeClr val="tx1">
                    <a:tint val="82000"/>
                  </a:schemeClr>
                </a:solidFill>
              </a:defRPr>
            </a:lvl1pPr>
            <a:lvl2pPr marL="504886" indent="0">
              <a:buNone/>
              <a:defRPr sz="2209">
                <a:solidFill>
                  <a:schemeClr val="tx1">
                    <a:tint val="82000"/>
                  </a:schemeClr>
                </a:solidFill>
              </a:defRPr>
            </a:lvl2pPr>
            <a:lvl3pPr marL="1009772" indent="0">
              <a:buNone/>
              <a:defRPr sz="1988">
                <a:solidFill>
                  <a:schemeClr val="tx1">
                    <a:tint val="82000"/>
                  </a:schemeClr>
                </a:solidFill>
              </a:defRPr>
            </a:lvl3pPr>
            <a:lvl4pPr marL="1514658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4pPr>
            <a:lvl5pPr marL="2019544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5pPr>
            <a:lvl6pPr marL="2524430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6pPr>
            <a:lvl7pPr marL="3029316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7pPr>
            <a:lvl8pPr marL="3534202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8pPr>
            <a:lvl9pPr marL="4039088" indent="0">
              <a:buNone/>
              <a:defRPr sz="17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8654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4244" y="3245556"/>
            <a:ext cx="4291687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12157" y="3245556"/>
            <a:ext cx="4291687" cy="773571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68300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59" y="649114"/>
            <a:ext cx="8709601" cy="235655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5560" y="2988734"/>
            <a:ext cx="4271964" cy="1464732"/>
          </a:xfrm>
        </p:spPr>
        <p:txBody>
          <a:bodyPr anchor="b"/>
          <a:lstStyle>
            <a:lvl1pPr marL="0" indent="0">
              <a:buNone/>
              <a:defRPr sz="2650" b="1"/>
            </a:lvl1pPr>
            <a:lvl2pPr marL="504886" indent="0">
              <a:buNone/>
              <a:defRPr sz="2209" b="1"/>
            </a:lvl2pPr>
            <a:lvl3pPr marL="1009772" indent="0">
              <a:buNone/>
              <a:defRPr sz="1988" b="1"/>
            </a:lvl3pPr>
            <a:lvl4pPr marL="1514658" indent="0">
              <a:buNone/>
              <a:defRPr sz="1767" b="1"/>
            </a:lvl4pPr>
            <a:lvl5pPr marL="2019544" indent="0">
              <a:buNone/>
              <a:defRPr sz="1767" b="1"/>
            </a:lvl5pPr>
            <a:lvl6pPr marL="2524430" indent="0">
              <a:buNone/>
              <a:defRPr sz="1767" b="1"/>
            </a:lvl6pPr>
            <a:lvl7pPr marL="3029316" indent="0">
              <a:buNone/>
              <a:defRPr sz="1767" b="1"/>
            </a:lvl7pPr>
            <a:lvl8pPr marL="3534202" indent="0">
              <a:buNone/>
              <a:defRPr sz="1767" b="1"/>
            </a:lvl8pPr>
            <a:lvl9pPr marL="4039088" indent="0">
              <a:buNone/>
              <a:defRPr sz="17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5560" y="4453467"/>
            <a:ext cx="4271964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12157" y="2988734"/>
            <a:ext cx="4293003" cy="1464732"/>
          </a:xfrm>
        </p:spPr>
        <p:txBody>
          <a:bodyPr anchor="b"/>
          <a:lstStyle>
            <a:lvl1pPr marL="0" indent="0">
              <a:buNone/>
              <a:defRPr sz="2650" b="1"/>
            </a:lvl1pPr>
            <a:lvl2pPr marL="504886" indent="0">
              <a:buNone/>
              <a:defRPr sz="2209" b="1"/>
            </a:lvl2pPr>
            <a:lvl3pPr marL="1009772" indent="0">
              <a:buNone/>
              <a:defRPr sz="1988" b="1"/>
            </a:lvl3pPr>
            <a:lvl4pPr marL="1514658" indent="0">
              <a:buNone/>
              <a:defRPr sz="1767" b="1"/>
            </a:lvl4pPr>
            <a:lvl5pPr marL="2019544" indent="0">
              <a:buNone/>
              <a:defRPr sz="1767" b="1"/>
            </a:lvl5pPr>
            <a:lvl6pPr marL="2524430" indent="0">
              <a:buNone/>
              <a:defRPr sz="1767" b="1"/>
            </a:lvl6pPr>
            <a:lvl7pPr marL="3029316" indent="0">
              <a:buNone/>
              <a:defRPr sz="1767" b="1"/>
            </a:lvl7pPr>
            <a:lvl8pPr marL="3534202" indent="0">
              <a:buNone/>
              <a:defRPr sz="1767" b="1"/>
            </a:lvl8pPr>
            <a:lvl9pPr marL="4039088" indent="0">
              <a:buNone/>
              <a:defRPr sz="176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12157" y="4453467"/>
            <a:ext cx="4293003" cy="655037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79750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270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78551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59" y="812800"/>
            <a:ext cx="3256896" cy="2844800"/>
          </a:xfrm>
        </p:spPr>
        <p:txBody>
          <a:bodyPr anchor="b"/>
          <a:lstStyle>
            <a:lvl1pPr>
              <a:defRPr sz="35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3003" y="1755425"/>
            <a:ext cx="5112157" cy="8664222"/>
          </a:xfrm>
        </p:spPr>
        <p:txBody>
          <a:bodyPr/>
          <a:lstStyle>
            <a:lvl1pPr>
              <a:defRPr sz="3534"/>
            </a:lvl1pPr>
            <a:lvl2pPr>
              <a:defRPr sz="3092"/>
            </a:lvl2pPr>
            <a:lvl3pPr>
              <a:defRPr sz="2650"/>
            </a:lvl3pPr>
            <a:lvl4pPr>
              <a:defRPr sz="2209"/>
            </a:lvl4pPr>
            <a:lvl5pPr>
              <a:defRPr sz="2209"/>
            </a:lvl5pPr>
            <a:lvl6pPr>
              <a:defRPr sz="2209"/>
            </a:lvl6pPr>
            <a:lvl7pPr>
              <a:defRPr sz="2209"/>
            </a:lvl7pPr>
            <a:lvl8pPr>
              <a:defRPr sz="2209"/>
            </a:lvl8pPr>
            <a:lvl9pPr>
              <a:defRPr sz="2209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559" y="3657600"/>
            <a:ext cx="3256896" cy="6776156"/>
          </a:xfrm>
        </p:spPr>
        <p:txBody>
          <a:bodyPr/>
          <a:lstStyle>
            <a:lvl1pPr marL="0" indent="0">
              <a:buNone/>
              <a:defRPr sz="1767"/>
            </a:lvl1pPr>
            <a:lvl2pPr marL="504886" indent="0">
              <a:buNone/>
              <a:defRPr sz="1546"/>
            </a:lvl2pPr>
            <a:lvl3pPr marL="1009772" indent="0">
              <a:buNone/>
              <a:defRPr sz="1325"/>
            </a:lvl3pPr>
            <a:lvl4pPr marL="1514658" indent="0">
              <a:buNone/>
              <a:defRPr sz="1104"/>
            </a:lvl4pPr>
            <a:lvl5pPr marL="2019544" indent="0">
              <a:buNone/>
              <a:defRPr sz="1104"/>
            </a:lvl5pPr>
            <a:lvl6pPr marL="2524430" indent="0">
              <a:buNone/>
              <a:defRPr sz="1104"/>
            </a:lvl6pPr>
            <a:lvl7pPr marL="3029316" indent="0">
              <a:buNone/>
              <a:defRPr sz="1104"/>
            </a:lvl7pPr>
            <a:lvl8pPr marL="3534202" indent="0">
              <a:buNone/>
              <a:defRPr sz="1104"/>
            </a:lvl8pPr>
            <a:lvl9pPr marL="4039088" indent="0">
              <a:buNone/>
              <a:defRPr sz="11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8201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5559" y="812800"/>
            <a:ext cx="3256896" cy="2844800"/>
          </a:xfrm>
        </p:spPr>
        <p:txBody>
          <a:bodyPr anchor="b"/>
          <a:lstStyle>
            <a:lvl1pPr>
              <a:defRPr sz="3534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93003" y="1755425"/>
            <a:ext cx="5112157" cy="8664222"/>
          </a:xfrm>
        </p:spPr>
        <p:txBody>
          <a:bodyPr anchor="t"/>
          <a:lstStyle>
            <a:lvl1pPr marL="0" indent="0">
              <a:buNone/>
              <a:defRPr sz="3534"/>
            </a:lvl1pPr>
            <a:lvl2pPr marL="504886" indent="0">
              <a:buNone/>
              <a:defRPr sz="3092"/>
            </a:lvl2pPr>
            <a:lvl3pPr marL="1009772" indent="0">
              <a:buNone/>
              <a:defRPr sz="2650"/>
            </a:lvl3pPr>
            <a:lvl4pPr marL="1514658" indent="0">
              <a:buNone/>
              <a:defRPr sz="2209"/>
            </a:lvl4pPr>
            <a:lvl5pPr marL="2019544" indent="0">
              <a:buNone/>
              <a:defRPr sz="2209"/>
            </a:lvl5pPr>
            <a:lvl6pPr marL="2524430" indent="0">
              <a:buNone/>
              <a:defRPr sz="2209"/>
            </a:lvl6pPr>
            <a:lvl7pPr marL="3029316" indent="0">
              <a:buNone/>
              <a:defRPr sz="2209"/>
            </a:lvl7pPr>
            <a:lvl8pPr marL="3534202" indent="0">
              <a:buNone/>
              <a:defRPr sz="2209"/>
            </a:lvl8pPr>
            <a:lvl9pPr marL="4039088" indent="0">
              <a:buNone/>
              <a:defRPr sz="2209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5559" y="3657600"/>
            <a:ext cx="3256896" cy="6776156"/>
          </a:xfrm>
        </p:spPr>
        <p:txBody>
          <a:bodyPr/>
          <a:lstStyle>
            <a:lvl1pPr marL="0" indent="0">
              <a:buNone/>
              <a:defRPr sz="1767"/>
            </a:lvl1pPr>
            <a:lvl2pPr marL="504886" indent="0">
              <a:buNone/>
              <a:defRPr sz="1546"/>
            </a:lvl2pPr>
            <a:lvl3pPr marL="1009772" indent="0">
              <a:buNone/>
              <a:defRPr sz="1325"/>
            </a:lvl3pPr>
            <a:lvl4pPr marL="1514658" indent="0">
              <a:buNone/>
              <a:defRPr sz="1104"/>
            </a:lvl4pPr>
            <a:lvl5pPr marL="2019544" indent="0">
              <a:buNone/>
              <a:defRPr sz="1104"/>
            </a:lvl5pPr>
            <a:lvl6pPr marL="2524430" indent="0">
              <a:buNone/>
              <a:defRPr sz="1104"/>
            </a:lvl6pPr>
            <a:lvl7pPr marL="3029316" indent="0">
              <a:buNone/>
              <a:defRPr sz="1104"/>
            </a:lvl7pPr>
            <a:lvl8pPr marL="3534202" indent="0">
              <a:buNone/>
              <a:defRPr sz="1104"/>
            </a:lvl8pPr>
            <a:lvl9pPr marL="4039088" indent="0">
              <a:buNone/>
              <a:defRPr sz="1104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8512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0211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26445" y="649111"/>
            <a:ext cx="2177400" cy="10332156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4244" y="649111"/>
            <a:ext cx="6405975" cy="1033215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6990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4244" y="649114"/>
            <a:ext cx="8709601" cy="235655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4244" y="3245556"/>
            <a:ext cx="8709601" cy="77357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4243" y="11300181"/>
            <a:ext cx="227207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DD58C5-293D-44DC-9BDC-143684806D16}" type="datetimeFigureOut">
              <a:rPr lang="zh-CN" altLang="en-US" smtClean="0"/>
              <a:t>2026/5/1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44992" y="11300181"/>
            <a:ext cx="3408105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131775" y="11300181"/>
            <a:ext cx="227207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25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03F35F-32C1-49CA-9884-FC2EEA312A4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36234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009772" rtl="0" eaLnBrk="1" latinLnBrk="0" hangingPunct="1">
        <a:lnSpc>
          <a:spcPct val="90000"/>
        </a:lnSpc>
        <a:spcBef>
          <a:spcPct val="0"/>
        </a:spcBef>
        <a:buNone/>
        <a:defRPr sz="485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2443" indent="-252443" algn="l" defTabSz="1009772" rtl="0" eaLnBrk="1" latinLnBrk="0" hangingPunct="1">
        <a:lnSpc>
          <a:spcPct val="90000"/>
        </a:lnSpc>
        <a:spcBef>
          <a:spcPts val="1104"/>
        </a:spcBef>
        <a:buFont typeface="Arial" panose="020B0604020202020204" pitchFamily="34" charset="0"/>
        <a:buChar char="•"/>
        <a:defRPr sz="3092" kern="1200">
          <a:solidFill>
            <a:schemeClr val="tx1"/>
          </a:solidFill>
          <a:latin typeface="+mn-lt"/>
          <a:ea typeface="+mn-ea"/>
          <a:cs typeface="+mn-cs"/>
        </a:defRPr>
      </a:lvl1pPr>
      <a:lvl2pPr marL="757329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2650" kern="1200">
          <a:solidFill>
            <a:schemeClr val="tx1"/>
          </a:solidFill>
          <a:latin typeface="+mn-lt"/>
          <a:ea typeface="+mn-ea"/>
          <a:cs typeface="+mn-cs"/>
        </a:defRPr>
      </a:lvl2pPr>
      <a:lvl3pPr marL="1262215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2209" kern="1200">
          <a:solidFill>
            <a:schemeClr val="tx1"/>
          </a:solidFill>
          <a:latin typeface="+mn-lt"/>
          <a:ea typeface="+mn-ea"/>
          <a:cs typeface="+mn-cs"/>
        </a:defRPr>
      </a:lvl3pPr>
      <a:lvl4pPr marL="1767101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4pPr>
      <a:lvl5pPr marL="2271987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5pPr>
      <a:lvl6pPr marL="2776873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6pPr>
      <a:lvl7pPr marL="3281759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7pPr>
      <a:lvl8pPr marL="3786645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8pPr>
      <a:lvl9pPr marL="4291531" indent="-252443" algn="l" defTabSz="1009772" rtl="0" eaLnBrk="1" latinLnBrk="0" hangingPunct="1">
        <a:lnSpc>
          <a:spcPct val="90000"/>
        </a:lnSpc>
        <a:spcBef>
          <a:spcPts val="552"/>
        </a:spcBef>
        <a:buFont typeface="Arial" panose="020B0604020202020204" pitchFamily="34" charset="0"/>
        <a:buChar char="•"/>
        <a:defRPr sz="19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1pPr>
      <a:lvl2pPr marL="504886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2pPr>
      <a:lvl3pPr marL="1009772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3pPr>
      <a:lvl4pPr marL="1514658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4pPr>
      <a:lvl5pPr marL="2019544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5pPr>
      <a:lvl6pPr marL="2524430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6pPr>
      <a:lvl7pPr marL="3029316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7pPr>
      <a:lvl8pPr marL="3534202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8pPr>
      <a:lvl9pPr marL="4039088" algn="l" defTabSz="1009772" rtl="0" eaLnBrk="1" latinLnBrk="0" hangingPunct="1">
        <a:defRPr sz="19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矩形: 圆角 209">
            <a:extLst>
              <a:ext uri="{FF2B5EF4-FFF2-40B4-BE49-F238E27FC236}">
                <a16:creationId xmlns:a16="http://schemas.microsoft.com/office/drawing/2014/main" id="{C66591B4-C888-7D90-F7E2-6D66917F1532}"/>
              </a:ext>
            </a:extLst>
          </p:cNvPr>
          <p:cNvSpPr/>
          <p:nvPr/>
        </p:nvSpPr>
        <p:spPr>
          <a:xfrm>
            <a:off x="1080581" y="1582984"/>
            <a:ext cx="8252523" cy="172496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11" name="矩形: 圆角 210">
            <a:extLst>
              <a:ext uri="{FF2B5EF4-FFF2-40B4-BE49-F238E27FC236}">
                <a16:creationId xmlns:a16="http://schemas.microsoft.com/office/drawing/2014/main" id="{9156B043-9646-497D-F41A-1B97EE303333}"/>
              </a:ext>
            </a:extLst>
          </p:cNvPr>
          <p:cNvSpPr/>
          <p:nvPr/>
        </p:nvSpPr>
        <p:spPr>
          <a:xfrm>
            <a:off x="6183868" y="1764847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Zones definition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2" name="矩形: 圆角 211">
            <a:extLst>
              <a:ext uri="{FF2B5EF4-FFF2-40B4-BE49-F238E27FC236}">
                <a16:creationId xmlns:a16="http://schemas.microsoft.com/office/drawing/2014/main" id="{C61080E7-3F3D-5FE6-12C6-CE9388B2A14B}"/>
              </a:ext>
            </a:extLst>
          </p:cNvPr>
          <p:cNvSpPr/>
          <p:nvPr/>
        </p:nvSpPr>
        <p:spPr>
          <a:xfrm>
            <a:off x="7868737" y="2104120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Edges Importance definition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3" name="矩形: 圆角 212">
            <a:extLst>
              <a:ext uri="{FF2B5EF4-FFF2-40B4-BE49-F238E27FC236}">
                <a16:creationId xmlns:a16="http://schemas.microsoft.com/office/drawing/2014/main" id="{46D7C873-C8F0-CDD5-4817-011263421C30}"/>
              </a:ext>
            </a:extLst>
          </p:cNvPr>
          <p:cNvSpPr/>
          <p:nvPr/>
        </p:nvSpPr>
        <p:spPr>
          <a:xfrm>
            <a:off x="6183870" y="2526847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In/Out Edges definition 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4" name="矩形: 圆角 213">
            <a:extLst>
              <a:ext uri="{FF2B5EF4-FFF2-40B4-BE49-F238E27FC236}">
                <a16:creationId xmlns:a16="http://schemas.microsoft.com/office/drawing/2014/main" id="{714191B3-8A9E-1466-F69E-889DF20812F5}"/>
              </a:ext>
            </a:extLst>
          </p:cNvPr>
          <p:cNvSpPr/>
          <p:nvPr/>
        </p:nvSpPr>
        <p:spPr>
          <a:xfrm>
            <a:off x="7171142" y="4636049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Detector data modification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5" name="矩形: 圆角 214">
            <a:extLst>
              <a:ext uri="{FF2B5EF4-FFF2-40B4-BE49-F238E27FC236}">
                <a16:creationId xmlns:a16="http://schemas.microsoft.com/office/drawing/2014/main" id="{7E98B1BC-12B1-0FDF-EE81-A29D5D5592F1}"/>
              </a:ext>
            </a:extLst>
          </p:cNvPr>
          <p:cNvSpPr/>
          <p:nvPr/>
        </p:nvSpPr>
        <p:spPr>
          <a:xfrm>
            <a:off x="7171142" y="3904273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 err="1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Ditribution</a:t>
            </a:r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 setting 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6" name="矩形: 圆角 215">
            <a:extLst>
              <a:ext uri="{FF2B5EF4-FFF2-40B4-BE49-F238E27FC236}">
                <a16:creationId xmlns:a16="http://schemas.microsoft.com/office/drawing/2014/main" id="{CD457820-D939-D90C-305B-B629834CE02A}"/>
              </a:ext>
            </a:extLst>
          </p:cNvPr>
          <p:cNvSpPr/>
          <p:nvPr/>
        </p:nvSpPr>
        <p:spPr>
          <a:xfrm>
            <a:off x="7896766" y="6403405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Explicit Vehicle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7" name="矩形: 圆角 216">
            <a:extLst>
              <a:ext uri="{FF2B5EF4-FFF2-40B4-BE49-F238E27FC236}">
                <a16:creationId xmlns:a16="http://schemas.microsoft.com/office/drawing/2014/main" id="{94F496D2-09CE-4B97-93DA-C5A08F7E42F7}"/>
              </a:ext>
            </a:extLst>
          </p:cNvPr>
          <p:cNvSpPr/>
          <p:nvPr/>
        </p:nvSpPr>
        <p:spPr>
          <a:xfrm>
            <a:off x="6181015" y="6409037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Vehicle  characteristic setting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AB2BDF71-1752-538C-2B92-D4EBA537AFC5}"/>
              </a:ext>
            </a:extLst>
          </p:cNvPr>
          <p:cNvSpPr/>
          <p:nvPr/>
        </p:nvSpPr>
        <p:spPr>
          <a:xfrm>
            <a:off x="1080582" y="3676317"/>
            <a:ext cx="8252526" cy="172496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B24911BA-1FA4-94AF-7B95-E2BB176FF55A}"/>
              </a:ext>
            </a:extLst>
          </p:cNvPr>
          <p:cNvSpPr/>
          <p:nvPr/>
        </p:nvSpPr>
        <p:spPr>
          <a:xfrm>
            <a:off x="1080582" y="5829935"/>
            <a:ext cx="8252526" cy="172496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20" name="矩形: 圆角 219">
            <a:extLst>
              <a:ext uri="{FF2B5EF4-FFF2-40B4-BE49-F238E27FC236}">
                <a16:creationId xmlns:a16="http://schemas.microsoft.com/office/drawing/2014/main" id="{86E2C86C-282A-20C4-2555-ED0F85EAE12C}"/>
              </a:ext>
            </a:extLst>
          </p:cNvPr>
          <p:cNvSpPr/>
          <p:nvPr/>
        </p:nvSpPr>
        <p:spPr>
          <a:xfrm>
            <a:off x="1080582" y="7953303"/>
            <a:ext cx="8244496" cy="1724960"/>
          </a:xfrm>
          <a:prstGeom prst="roundRect">
            <a:avLst/>
          </a:pr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>
              <a:ln>
                <a:solidFill>
                  <a:schemeClr val="accent1">
                    <a:lumMod val="60000"/>
                    <a:lumOff val="40000"/>
                  </a:schemeClr>
                </a:solidFill>
              </a:ln>
            </a:endParaRPr>
          </a:p>
        </p:txBody>
      </p:sp>
      <p:sp>
        <p:nvSpPr>
          <p:cNvPr id="221" name="矩形: 圆角 220">
            <a:extLst>
              <a:ext uri="{FF2B5EF4-FFF2-40B4-BE49-F238E27FC236}">
                <a16:creationId xmlns:a16="http://schemas.microsoft.com/office/drawing/2014/main" id="{89544183-777B-D1E8-139A-109CA5C8FFC4}"/>
              </a:ext>
            </a:extLst>
          </p:cNvPr>
          <p:cNvSpPr/>
          <p:nvPr/>
        </p:nvSpPr>
        <p:spPr>
          <a:xfrm>
            <a:off x="7855142" y="8179923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Route Choice Model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2" name="矩形: 圆角 221">
            <a:extLst>
              <a:ext uri="{FF2B5EF4-FFF2-40B4-BE49-F238E27FC236}">
                <a16:creationId xmlns:a16="http://schemas.microsoft.com/office/drawing/2014/main" id="{F8679142-D86B-D93D-EF50-F43CC32C1FCD}"/>
              </a:ext>
            </a:extLst>
          </p:cNvPr>
          <p:cNvSpPr/>
          <p:nvPr/>
        </p:nvSpPr>
        <p:spPr>
          <a:xfrm>
            <a:off x="6175838" y="8179924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Traffic Assignment Model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23" name="矩形: 圆角 222">
            <a:extLst>
              <a:ext uri="{FF2B5EF4-FFF2-40B4-BE49-F238E27FC236}">
                <a16:creationId xmlns:a16="http://schemas.microsoft.com/office/drawing/2014/main" id="{DA5CB86E-6798-F2ED-4911-A0716BA5E39F}"/>
              </a:ext>
            </a:extLst>
          </p:cNvPr>
          <p:cNvSpPr/>
          <p:nvPr/>
        </p:nvSpPr>
        <p:spPr>
          <a:xfrm>
            <a:off x="6933499" y="8926120"/>
            <a:ext cx="1368000" cy="576000"/>
          </a:xfrm>
          <a:prstGeom prst="roundRect">
            <a:avLst/>
          </a:prstGeom>
          <a:solidFill>
            <a:srgbClr val="A5AEC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1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Model Analysis</a:t>
            </a:r>
            <a:endParaRPr lang="zh-CN" altLang="en-US" sz="1401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84700DE6-6C4D-7795-96DD-6803ACB01A4C}"/>
              </a:ext>
            </a:extLst>
          </p:cNvPr>
          <p:cNvCxnSpPr>
            <a:stCxn id="211" idx="2"/>
            <a:endCxn id="213" idx="0"/>
          </p:cNvCxnSpPr>
          <p:nvPr/>
        </p:nvCxnSpPr>
        <p:spPr>
          <a:xfrm>
            <a:off x="6867869" y="2340848"/>
            <a:ext cx="2" cy="186000"/>
          </a:xfrm>
          <a:prstGeom prst="straightConnector1">
            <a:avLst/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箭头连接符 224">
            <a:extLst>
              <a:ext uri="{FF2B5EF4-FFF2-40B4-BE49-F238E27FC236}">
                <a16:creationId xmlns:a16="http://schemas.microsoft.com/office/drawing/2014/main" id="{2A751E8F-DAB5-D6D1-3342-D7F3911EB16A}"/>
              </a:ext>
            </a:extLst>
          </p:cNvPr>
          <p:cNvCxnSpPr>
            <a:cxnSpLocks/>
            <a:stCxn id="215" idx="2"/>
            <a:endCxn id="214" idx="0"/>
          </p:cNvCxnSpPr>
          <p:nvPr/>
        </p:nvCxnSpPr>
        <p:spPr>
          <a:xfrm>
            <a:off x="7855142" y="4480275"/>
            <a:ext cx="0" cy="155779"/>
          </a:xfrm>
          <a:prstGeom prst="straightConnector1">
            <a:avLst/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A81E35C7-A8A2-2B33-1EF5-943F8B8DA08B}"/>
              </a:ext>
            </a:extLst>
          </p:cNvPr>
          <p:cNvCxnSpPr>
            <a:cxnSpLocks/>
            <a:stCxn id="216" idx="1"/>
            <a:endCxn id="217" idx="3"/>
          </p:cNvCxnSpPr>
          <p:nvPr/>
        </p:nvCxnSpPr>
        <p:spPr>
          <a:xfrm flipH="1">
            <a:off x="7549021" y="6691405"/>
            <a:ext cx="347753" cy="5632"/>
          </a:xfrm>
          <a:prstGeom prst="straightConnector1">
            <a:avLst/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6DA66FC8-84CE-E942-9D9B-77F4F966EE50}"/>
              </a:ext>
            </a:extLst>
          </p:cNvPr>
          <p:cNvCxnSpPr>
            <a:cxnSpLocks/>
            <a:stCxn id="221" idx="1"/>
            <a:endCxn id="222" idx="3"/>
          </p:cNvCxnSpPr>
          <p:nvPr/>
        </p:nvCxnSpPr>
        <p:spPr>
          <a:xfrm flipH="1">
            <a:off x="7543843" y="8467923"/>
            <a:ext cx="311303" cy="3"/>
          </a:xfrm>
          <a:prstGeom prst="straightConnector1">
            <a:avLst/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连接符: 肘形 227">
            <a:extLst>
              <a:ext uri="{FF2B5EF4-FFF2-40B4-BE49-F238E27FC236}">
                <a16:creationId xmlns:a16="http://schemas.microsoft.com/office/drawing/2014/main" id="{62AE2F4F-0F70-CD5B-B5E8-A991E6EC0706}"/>
              </a:ext>
            </a:extLst>
          </p:cNvPr>
          <p:cNvCxnSpPr>
            <a:cxnSpLocks/>
            <a:stCxn id="212" idx="3"/>
            <a:endCxn id="215" idx="0"/>
          </p:cNvCxnSpPr>
          <p:nvPr/>
        </p:nvCxnSpPr>
        <p:spPr>
          <a:xfrm flipH="1">
            <a:off x="7855142" y="2392124"/>
            <a:ext cx="1381596" cy="1512153"/>
          </a:xfrm>
          <a:prstGeom prst="bentConnector4">
            <a:avLst>
              <a:gd name="adj1" fmla="val -16546"/>
              <a:gd name="adj2" fmla="val 59523"/>
            </a:avLst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连接符: 肘形 228">
            <a:extLst>
              <a:ext uri="{FF2B5EF4-FFF2-40B4-BE49-F238E27FC236}">
                <a16:creationId xmlns:a16="http://schemas.microsoft.com/office/drawing/2014/main" id="{18AEF98A-08D0-9386-CF3B-B25FA99D8620}"/>
              </a:ext>
            </a:extLst>
          </p:cNvPr>
          <p:cNvCxnSpPr>
            <a:cxnSpLocks/>
            <a:stCxn id="215" idx="3"/>
            <a:endCxn id="216" idx="3"/>
          </p:cNvCxnSpPr>
          <p:nvPr/>
        </p:nvCxnSpPr>
        <p:spPr>
          <a:xfrm>
            <a:off x="8539146" y="4192274"/>
            <a:ext cx="725625" cy="2499132"/>
          </a:xfrm>
          <a:prstGeom prst="bentConnector3">
            <a:avLst>
              <a:gd name="adj1" fmla="val 131504"/>
            </a:avLst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连接符: 肘形 229">
            <a:extLst>
              <a:ext uri="{FF2B5EF4-FFF2-40B4-BE49-F238E27FC236}">
                <a16:creationId xmlns:a16="http://schemas.microsoft.com/office/drawing/2014/main" id="{45FCCE86-BDF8-B1A4-3DF6-E65B0D53A770}"/>
              </a:ext>
            </a:extLst>
          </p:cNvPr>
          <p:cNvCxnSpPr>
            <a:cxnSpLocks/>
            <a:stCxn id="217" idx="1"/>
            <a:endCxn id="221" idx="3"/>
          </p:cNvCxnSpPr>
          <p:nvPr/>
        </p:nvCxnSpPr>
        <p:spPr>
          <a:xfrm rot="10800000" flipH="1" flipV="1">
            <a:off x="6181018" y="6697041"/>
            <a:ext cx="3042127" cy="1770885"/>
          </a:xfrm>
          <a:prstGeom prst="bentConnector5">
            <a:avLst>
              <a:gd name="adj1" fmla="val -7514"/>
              <a:gd name="adj2" fmla="val 50000"/>
              <a:gd name="adj3" fmla="val 107514"/>
            </a:avLst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>
            <a:extLst>
              <a:ext uri="{FF2B5EF4-FFF2-40B4-BE49-F238E27FC236}">
                <a16:creationId xmlns:a16="http://schemas.microsoft.com/office/drawing/2014/main" id="{EC612EE1-198F-2218-6548-987D3659CE3C}"/>
              </a:ext>
            </a:extLst>
          </p:cNvPr>
          <p:cNvCxnSpPr>
            <a:cxnSpLocks/>
            <a:endCxn id="212" idx="1"/>
          </p:cNvCxnSpPr>
          <p:nvPr/>
        </p:nvCxnSpPr>
        <p:spPr>
          <a:xfrm flipV="1">
            <a:off x="6867869" y="2392118"/>
            <a:ext cx="1000871" cy="6396"/>
          </a:xfrm>
          <a:prstGeom prst="line">
            <a:avLst/>
          </a:prstGeom>
          <a:ln>
            <a:solidFill>
              <a:srgbClr val="A5AE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>
            <a:extLst>
              <a:ext uri="{FF2B5EF4-FFF2-40B4-BE49-F238E27FC236}">
                <a16:creationId xmlns:a16="http://schemas.microsoft.com/office/drawing/2014/main" id="{1669ABE1-42D1-54A1-74E0-13AE9852369C}"/>
              </a:ext>
            </a:extLst>
          </p:cNvPr>
          <p:cNvCxnSpPr>
            <a:cxnSpLocks/>
            <a:stCxn id="214" idx="3"/>
          </p:cNvCxnSpPr>
          <p:nvPr/>
        </p:nvCxnSpPr>
        <p:spPr>
          <a:xfrm>
            <a:off x="8539144" y="4924056"/>
            <a:ext cx="959427" cy="8329"/>
          </a:xfrm>
          <a:prstGeom prst="line">
            <a:avLst/>
          </a:prstGeom>
          <a:ln>
            <a:solidFill>
              <a:srgbClr val="A5AEC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连接符: 肘形 232">
            <a:extLst>
              <a:ext uri="{FF2B5EF4-FFF2-40B4-BE49-F238E27FC236}">
                <a16:creationId xmlns:a16="http://schemas.microsoft.com/office/drawing/2014/main" id="{F04CCD2D-6910-3B2B-0D57-861624065890}"/>
              </a:ext>
            </a:extLst>
          </p:cNvPr>
          <p:cNvCxnSpPr>
            <a:cxnSpLocks/>
            <a:stCxn id="222" idx="2"/>
            <a:endCxn id="223" idx="0"/>
          </p:cNvCxnSpPr>
          <p:nvPr/>
        </p:nvCxnSpPr>
        <p:spPr>
          <a:xfrm rot="16200000" flipH="1">
            <a:off x="7153570" y="8462196"/>
            <a:ext cx="170196" cy="757661"/>
          </a:xfrm>
          <a:prstGeom prst="bentConnector3">
            <a:avLst>
              <a:gd name="adj1" fmla="val 50000"/>
            </a:avLst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连接符: 肘形 233">
            <a:extLst>
              <a:ext uri="{FF2B5EF4-FFF2-40B4-BE49-F238E27FC236}">
                <a16:creationId xmlns:a16="http://schemas.microsoft.com/office/drawing/2014/main" id="{7F17F5B1-7992-604B-4FD0-51FCBDD3869D}"/>
              </a:ext>
            </a:extLst>
          </p:cNvPr>
          <p:cNvCxnSpPr>
            <a:cxnSpLocks/>
            <a:stCxn id="213" idx="2"/>
            <a:endCxn id="214" idx="1"/>
          </p:cNvCxnSpPr>
          <p:nvPr/>
        </p:nvCxnSpPr>
        <p:spPr>
          <a:xfrm rot="16200000" flipH="1">
            <a:off x="6108906" y="3861817"/>
            <a:ext cx="1821203" cy="303271"/>
          </a:xfrm>
          <a:prstGeom prst="bentConnector2">
            <a:avLst/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连接符: 肘形 234">
            <a:extLst>
              <a:ext uri="{FF2B5EF4-FFF2-40B4-BE49-F238E27FC236}">
                <a16:creationId xmlns:a16="http://schemas.microsoft.com/office/drawing/2014/main" id="{23EC7944-7E43-625F-A96C-91FD7B1A86A4}"/>
              </a:ext>
            </a:extLst>
          </p:cNvPr>
          <p:cNvCxnSpPr>
            <a:cxnSpLocks/>
            <a:stCxn id="217" idx="1"/>
            <a:endCxn id="223" idx="0"/>
          </p:cNvCxnSpPr>
          <p:nvPr/>
        </p:nvCxnSpPr>
        <p:spPr>
          <a:xfrm rot="10800000" flipH="1" flipV="1">
            <a:off x="6181016" y="6697041"/>
            <a:ext cx="1436484" cy="2229083"/>
          </a:xfrm>
          <a:prstGeom prst="bentConnector4">
            <a:avLst>
              <a:gd name="adj1" fmla="val -15914"/>
              <a:gd name="adj2" fmla="val 56460"/>
            </a:avLst>
          </a:prstGeom>
          <a:ln>
            <a:solidFill>
              <a:srgbClr val="A5AEC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6" name="Rectangle 8">
            <a:extLst>
              <a:ext uri="{FF2B5EF4-FFF2-40B4-BE49-F238E27FC236}">
                <a16:creationId xmlns:a16="http://schemas.microsoft.com/office/drawing/2014/main" id="{C0B272C8-E9EC-7BBE-6997-410F1AEDDA05}"/>
              </a:ext>
            </a:extLst>
          </p:cNvPr>
          <p:cNvSpPr/>
          <p:nvPr/>
        </p:nvSpPr>
        <p:spPr>
          <a:xfrm>
            <a:off x="1426455" y="3911659"/>
            <a:ext cx="3128400" cy="604800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1" rIns="91440" bIns="45721" rtlCol="0" anchor="ctr"/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Distribution</a:t>
            </a:r>
          </a:p>
        </p:txBody>
      </p:sp>
      <p:sp>
        <p:nvSpPr>
          <p:cNvPr id="237" name="Rectangle 29">
            <a:extLst>
              <a:ext uri="{FF2B5EF4-FFF2-40B4-BE49-F238E27FC236}">
                <a16:creationId xmlns:a16="http://schemas.microsoft.com/office/drawing/2014/main" id="{FDBF84C9-7438-ED78-0E7F-45ADD4B8996B}"/>
              </a:ext>
            </a:extLst>
          </p:cNvPr>
          <p:cNvSpPr/>
          <p:nvPr/>
        </p:nvSpPr>
        <p:spPr>
          <a:xfrm>
            <a:off x="1420815" y="1862347"/>
            <a:ext cx="3127831" cy="605004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1" rIns="91440" bIns="45721" rtlCol="0" anchor="ctr"/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Trip generation</a:t>
            </a:r>
            <a:endParaRPr lang="en-US" altLang="zh-CN" sz="8800" dirty="0">
              <a:latin typeface="Arial Unicode MS" panose="020B0604020202020204" pitchFamily="34" charset="-122"/>
              <a:ea typeface="Arial Unicode MS" panose="020B0604020202020204" pitchFamily="34" charset="-122"/>
              <a:cs typeface="Arial Unicode MS" panose="020B0604020202020204" pitchFamily="34" charset="-122"/>
            </a:endParaRPr>
          </a:p>
        </p:txBody>
      </p:sp>
      <p:sp>
        <p:nvSpPr>
          <p:cNvPr id="238" name="Rectangle 30">
            <a:extLst>
              <a:ext uri="{FF2B5EF4-FFF2-40B4-BE49-F238E27FC236}">
                <a16:creationId xmlns:a16="http://schemas.microsoft.com/office/drawing/2014/main" id="{4771FAA4-392A-EC3B-29ED-DFDE2D15667F}"/>
              </a:ext>
            </a:extLst>
          </p:cNvPr>
          <p:cNvSpPr/>
          <p:nvPr/>
        </p:nvSpPr>
        <p:spPr>
          <a:xfrm>
            <a:off x="1427535" y="6123800"/>
            <a:ext cx="3128400" cy="604800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1" rIns="91440" bIns="45721" rtlCol="0" anchor="ctr"/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Modal Split</a:t>
            </a:r>
          </a:p>
        </p:txBody>
      </p:sp>
      <p:sp>
        <p:nvSpPr>
          <p:cNvPr id="239" name="Rectangle 31">
            <a:extLst>
              <a:ext uri="{FF2B5EF4-FFF2-40B4-BE49-F238E27FC236}">
                <a16:creationId xmlns:a16="http://schemas.microsoft.com/office/drawing/2014/main" id="{EBB838D1-2275-C9FF-307F-C3539FC56150}"/>
              </a:ext>
            </a:extLst>
          </p:cNvPr>
          <p:cNvSpPr/>
          <p:nvPr/>
        </p:nvSpPr>
        <p:spPr>
          <a:xfrm>
            <a:off x="1427535" y="8172907"/>
            <a:ext cx="3128400" cy="604800"/>
          </a:xfrm>
          <a:prstGeom prst="rect">
            <a:avLst/>
          </a:prstGeom>
          <a:solidFill>
            <a:srgbClr val="2F5597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1" rIns="91440" bIns="45721" rtlCol="0" anchor="ctr"/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Traffic assignment</a:t>
            </a:r>
          </a:p>
        </p:txBody>
      </p: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CFE331C0-FF6D-C7C4-7771-710EC15D8D09}"/>
              </a:ext>
            </a:extLst>
          </p:cNvPr>
          <p:cNvCxnSpPr>
            <a:cxnSpLocks/>
            <a:stCxn id="237" idx="2"/>
            <a:endCxn id="236" idx="0"/>
          </p:cNvCxnSpPr>
          <p:nvPr/>
        </p:nvCxnSpPr>
        <p:spPr>
          <a:xfrm>
            <a:off x="2984734" y="2467354"/>
            <a:ext cx="5925" cy="1444307"/>
          </a:xfrm>
          <a:prstGeom prst="straightConnector1">
            <a:avLst/>
          </a:prstGeom>
          <a:ln w="28575" cap="flat" cmpd="sng" algn="ctr">
            <a:solidFill>
              <a:srgbClr val="2F5597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E53A35A4-41CF-1920-286F-6502326E6A13}"/>
              </a:ext>
            </a:extLst>
          </p:cNvPr>
          <p:cNvCxnSpPr>
            <a:cxnSpLocks/>
            <a:stCxn id="238" idx="2"/>
            <a:endCxn id="239" idx="0"/>
          </p:cNvCxnSpPr>
          <p:nvPr/>
        </p:nvCxnSpPr>
        <p:spPr>
          <a:xfrm>
            <a:off x="2991735" y="6728605"/>
            <a:ext cx="0" cy="1444307"/>
          </a:xfrm>
          <a:prstGeom prst="straightConnector1">
            <a:avLst/>
          </a:prstGeom>
          <a:ln w="28575" cap="flat" cmpd="sng" algn="ctr">
            <a:solidFill>
              <a:srgbClr val="2F5597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2" name="连接符: 肘形 241">
            <a:extLst>
              <a:ext uri="{FF2B5EF4-FFF2-40B4-BE49-F238E27FC236}">
                <a16:creationId xmlns:a16="http://schemas.microsoft.com/office/drawing/2014/main" id="{FC868790-B7B2-BBCF-C5E3-F1D2E80F276C}"/>
              </a:ext>
            </a:extLst>
          </p:cNvPr>
          <p:cNvCxnSpPr>
            <a:cxnSpLocks/>
            <a:stCxn id="236" idx="2"/>
            <a:endCxn id="238" idx="0"/>
          </p:cNvCxnSpPr>
          <p:nvPr/>
        </p:nvCxnSpPr>
        <p:spPr>
          <a:xfrm rot="16200000" flipH="1">
            <a:off x="2187523" y="5319592"/>
            <a:ext cx="1607343" cy="1081"/>
          </a:xfrm>
          <a:prstGeom prst="bentConnector3">
            <a:avLst>
              <a:gd name="adj1" fmla="val 50000"/>
            </a:avLst>
          </a:prstGeom>
          <a:ln w="28575">
            <a:solidFill>
              <a:srgbClr val="2F5597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连接符: 肘形 242">
            <a:extLst>
              <a:ext uri="{FF2B5EF4-FFF2-40B4-BE49-F238E27FC236}">
                <a16:creationId xmlns:a16="http://schemas.microsoft.com/office/drawing/2014/main" id="{A59C9A07-746F-16ED-28AD-B7BB8B65266F}"/>
              </a:ext>
            </a:extLst>
          </p:cNvPr>
          <p:cNvCxnSpPr>
            <a:cxnSpLocks/>
            <a:stCxn id="236" idx="3"/>
            <a:endCxn id="244" idx="3"/>
          </p:cNvCxnSpPr>
          <p:nvPr/>
        </p:nvCxnSpPr>
        <p:spPr>
          <a:xfrm>
            <a:off x="4554858" y="4214059"/>
            <a:ext cx="1081" cy="6310355"/>
          </a:xfrm>
          <a:prstGeom prst="bentConnector3">
            <a:avLst>
              <a:gd name="adj1" fmla="val 91737373"/>
            </a:avLst>
          </a:prstGeom>
          <a:ln>
            <a:solidFill>
              <a:srgbClr val="2F559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4" name="Rectangle 31">
            <a:extLst>
              <a:ext uri="{FF2B5EF4-FFF2-40B4-BE49-F238E27FC236}">
                <a16:creationId xmlns:a16="http://schemas.microsoft.com/office/drawing/2014/main" id="{76D19115-D46C-592E-ECA2-77407A82706F}"/>
              </a:ext>
            </a:extLst>
          </p:cNvPr>
          <p:cNvSpPr/>
          <p:nvPr/>
        </p:nvSpPr>
        <p:spPr>
          <a:xfrm>
            <a:off x="1427535" y="10222012"/>
            <a:ext cx="3128400" cy="604800"/>
          </a:xfrm>
          <a:prstGeom prst="rect">
            <a:avLst/>
          </a:prstGeom>
          <a:solidFill>
            <a:srgbClr val="5C84CC"/>
          </a:solidFill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1" rIns="91440" bIns="45721" rtlCol="0" anchor="ctr"/>
          <a:lstStyle>
            <a:defPPr>
              <a:defRPr lang="de-DE"/>
            </a:defPPr>
            <a:lvl1pPr marL="0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2088215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417643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626464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8352861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10441076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1252929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14617507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16705722" algn="l" defTabSz="4176431" rtl="0" eaLnBrk="1" latinLnBrk="0" hangingPunct="1">
              <a:defRPr sz="82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2000" dirty="0">
                <a:latin typeface="Arial Unicode MS" panose="020B0604020202020204" pitchFamily="34" charset="-122"/>
                <a:ea typeface="Arial Unicode MS" panose="020B0604020202020204" pitchFamily="34" charset="-122"/>
                <a:cs typeface="Arial Unicode MS" panose="020B0604020202020204" pitchFamily="34" charset="-122"/>
              </a:rPr>
              <a:t>Evaluation</a:t>
            </a:r>
          </a:p>
        </p:txBody>
      </p: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A2ADAD95-0F2F-EB0F-5305-78F3D0718E47}"/>
              </a:ext>
            </a:extLst>
          </p:cNvPr>
          <p:cNvCxnSpPr>
            <a:cxnSpLocks/>
            <a:stCxn id="238" idx="3"/>
          </p:cNvCxnSpPr>
          <p:nvPr/>
        </p:nvCxnSpPr>
        <p:spPr>
          <a:xfrm>
            <a:off x="4555938" y="6426200"/>
            <a:ext cx="9635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3FCB66F4-AC9B-E096-7D8B-6150A8CEDFA9}"/>
              </a:ext>
            </a:extLst>
          </p:cNvPr>
          <p:cNvCxnSpPr>
            <a:cxnSpLocks/>
          </p:cNvCxnSpPr>
          <p:nvPr/>
        </p:nvCxnSpPr>
        <p:spPr>
          <a:xfrm>
            <a:off x="4555938" y="8517631"/>
            <a:ext cx="963507" cy="0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7" name="连接符: 肘形 246">
            <a:extLst>
              <a:ext uri="{FF2B5EF4-FFF2-40B4-BE49-F238E27FC236}">
                <a16:creationId xmlns:a16="http://schemas.microsoft.com/office/drawing/2014/main" id="{62306818-F225-031E-8467-2D13477315D6}"/>
              </a:ext>
            </a:extLst>
          </p:cNvPr>
          <p:cNvCxnSpPr>
            <a:cxnSpLocks/>
            <a:stCxn id="239" idx="1"/>
            <a:endCxn id="236" idx="1"/>
          </p:cNvCxnSpPr>
          <p:nvPr/>
        </p:nvCxnSpPr>
        <p:spPr>
          <a:xfrm rot="10800000">
            <a:off x="1426455" y="4214059"/>
            <a:ext cx="1080" cy="4261248"/>
          </a:xfrm>
          <a:prstGeom prst="bentConnector3">
            <a:avLst>
              <a:gd name="adj1" fmla="val 89806204"/>
            </a:avLst>
          </a:prstGeom>
          <a:ln>
            <a:solidFill>
              <a:srgbClr val="2F5597"/>
            </a:solidFill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9" name="直接箭头连接符 248">
            <a:extLst>
              <a:ext uri="{FF2B5EF4-FFF2-40B4-BE49-F238E27FC236}">
                <a16:creationId xmlns:a16="http://schemas.microsoft.com/office/drawing/2014/main" id="{C215101D-0034-A4B9-559F-43C8DF8DD065}"/>
              </a:ext>
            </a:extLst>
          </p:cNvPr>
          <p:cNvCxnSpPr>
            <a:cxnSpLocks/>
          </p:cNvCxnSpPr>
          <p:nvPr/>
        </p:nvCxnSpPr>
        <p:spPr>
          <a:xfrm>
            <a:off x="464029" y="6463471"/>
            <a:ext cx="963507" cy="0"/>
          </a:xfrm>
          <a:prstGeom prst="straightConnector1">
            <a:avLst/>
          </a:prstGeom>
          <a:ln>
            <a:prstDash val="solid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0" name="直接箭头连接符 249">
            <a:extLst>
              <a:ext uri="{FF2B5EF4-FFF2-40B4-BE49-F238E27FC236}">
                <a16:creationId xmlns:a16="http://schemas.microsoft.com/office/drawing/2014/main" id="{226196CD-3310-F86B-1B19-07C69ABC0C27}"/>
              </a:ext>
            </a:extLst>
          </p:cNvPr>
          <p:cNvCxnSpPr>
            <a:cxnSpLocks/>
          </p:cNvCxnSpPr>
          <p:nvPr/>
        </p:nvCxnSpPr>
        <p:spPr>
          <a:xfrm>
            <a:off x="2984731" y="8777710"/>
            <a:ext cx="0" cy="1444307"/>
          </a:xfrm>
          <a:prstGeom prst="straightConnector1">
            <a:avLst/>
          </a:prstGeom>
          <a:ln w="28575" cap="flat" cmpd="sng" algn="ctr">
            <a:solidFill>
              <a:srgbClr val="2F5597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7" name="连接符: 肘形 6">
            <a:extLst>
              <a:ext uri="{FF2B5EF4-FFF2-40B4-BE49-F238E27FC236}">
                <a16:creationId xmlns:a16="http://schemas.microsoft.com/office/drawing/2014/main" id="{12C37602-9249-8B6D-60F6-3AE20D1A9ED9}"/>
              </a:ext>
            </a:extLst>
          </p:cNvPr>
          <p:cNvCxnSpPr>
            <a:cxnSpLocks/>
            <a:endCxn id="237" idx="1"/>
          </p:cNvCxnSpPr>
          <p:nvPr/>
        </p:nvCxnSpPr>
        <p:spPr>
          <a:xfrm rot="5400000" flipH="1" flipV="1">
            <a:off x="-71888" y="2699573"/>
            <a:ext cx="2027426" cy="957979"/>
          </a:xfrm>
          <a:prstGeom prst="bentConnector2">
            <a:avLst/>
          </a:prstGeom>
          <a:ln>
            <a:solidFill>
              <a:srgbClr val="2F5597"/>
            </a:solidFill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1357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</TotalTime>
  <Words>36</Words>
  <Application>Microsoft Office PowerPoint</Application>
  <PresentationFormat>自定义</PresentationFormat>
  <Paragraphs>15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 Unicode MS</vt:lpstr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Ziyi Wu</dc:creator>
  <cp:lastModifiedBy>Ziyi Wu</cp:lastModifiedBy>
  <cp:revision>3</cp:revision>
  <dcterms:created xsi:type="dcterms:W3CDTF">2026-05-01T14:39:48Z</dcterms:created>
  <dcterms:modified xsi:type="dcterms:W3CDTF">2026-05-01T15:04:07Z</dcterms:modified>
</cp:coreProperties>
</file>