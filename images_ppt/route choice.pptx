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6" r:id="rId2"/>
  </p:sldIdLst>
  <p:sldSz cx="17951450" cy="10098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5C8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>
        <p:scale>
          <a:sx n="50" d="100"/>
          <a:sy n="50" d="100"/>
        </p:scale>
        <p:origin x="1076" y="7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78B6-7084-4E47-B300-8756C9D22B5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7CFBE-646B-4D6F-A040-ECD3F27349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457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在每次用边权重做路由时加入随机扰动 模拟不完美信息 不同司机对不同路可能有不同倾向，例如风景之类的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37CFBE-646B-4D6F-A040-ECD3F27349C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40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3931" y="1652627"/>
            <a:ext cx="13463588" cy="3515631"/>
          </a:xfrm>
        </p:spPr>
        <p:txBody>
          <a:bodyPr anchor="b"/>
          <a:lstStyle>
            <a:lvl1pPr algn="ctr">
              <a:defRPr sz="88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3931" y="5303834"/>
            <a:ext cx="13463588" cy="2438033"/>
          </a:xfrm>
        </p:spPr>
        <p:txBody>
          <a:bodyPr/>
          <a:lstStyle>
            <a:lvl1pPr marL="0" indent="0" algn="ctr">
              <a:buNone/>
              <a:defRPr sz="3534"/>
            </a:lvl1pPr>
            <a:lvl2pPr marL="673181" indent="0" algn="ctr">
              <a:buNone/>
              <a:defRPr sz="2945"/>
            </a:lvl2pPr>
            <a:lvl3pPr marL="1346363" indent="0" algn="ctr">
              <a:buNone/>
              <a:defRPr sz="2650"/>
            </a:lvl3pPr>
            <a:lvl4pPr marL="2019544" indent="0" algn="ctr">
              <a:buNone/>
              <a:defRPr sz="2356"/>
            </a:lvl4pPr>
            <a:lvl5pPr marL="2692725" indent="0" algn="ctr">
              <a:buNone/>
              <a:defRPr sz="2356"/>
            </a:lvl5pPr>
            <a:lvl6pPr marL="3365906" indent="0" algn="ctr">
              <a:buNone/>
              <a:defRPr sz="2356"/>
            </a:lvl6pPr>
            <a:lvl7pPr marL="4039088" indent="0" algn="ctr">
              <a:buNone/>
              <a:defRPr sz="2356"/>
            </a:lvl7pPr>
            <a:lvl8pPr marL="4712269" indent="0" algn="ctr">
              <a:buNone/>
              <a:defRPr sz="2356"/>
            </a:lvl8pPr>
            <a:lvl9pPr marL="5385450" indent="0" algn="ctr">
              <a:buNone/>
              <a:defRPr sz="235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97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96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4812" y="2517511"/>
            <a:ext cx="15483126" cy="4200523"/>
          </a:xfrm>
        </p:spPr>
        <p:txBody>
          <a:bodyPr anchor="b"/>
          <a:lstStyle>
            <a:lvl1pPr>
              <a:defRPr sz="88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4812" y="6757773"/>
            <a:ext cx="15483126" cy="2208956"/>
          </a:xfrm>
        </p:spPr>
        <p:txBody>
          <a:bodyPr/>
          <a:lstStyle>
            <a:lvl1pPr marL="0" indent="0">
              <a:buNone/>
              <a:defRPr sz="3534">
                <a:solidFill>
                  <a:schemeClr val="tx1">
                    <a:tint val="82000"/>
                  </a:schemeClr>
                </a:solidFill>
              </a:defRPr>
            </a:lvl1pPr>
            <a:lvl2pPr marL="673181" indent="0">
              <a:buNone/>
              <a:defRPr sz="2945">
                <a:solidFill>
                  <a:schemeClr val="tx1">
                    <a:tint val="82000"/>
                  </a:schemeClr>
                </a:solidFill>
              </a:defRPr>
            </a:lvl2pPr>
            <a:lvl3pPr marL="1346363" indent="0">
              <a:buNone/>
              <a:defRPr sz="2650">
                <a:solidFill>
                  <a:schemeClr val="tx1">
                    <a:tint val="82000"/>
                  </a:schemeClr>
                </a:solidFill>
              </a:defRPr>
            </a:lvl3pPr>
            <a:lvl4pPr marL="2019544" indent="0">
              <a:buNone/>
              <a:defRPr sz="2356">
                <a:solidFill>
                  <a:schemeClr val="tx1">
                    <a:tint val="82000"/>
                  </a:schemeClr>
                </a:solidFill>
              </a:defRPr>
            </a:lvl4pPr>
            <a:lvl5pPr marL="2692725" indent="0">
              <a:buNone/>
              <a:defRPr sz="2356">
                <a:solidFill>
                  <a:schemeClr val="tx1">
                    <a:tint val="82000"/>
                  </a:schemeClr>
                </a:solidFill>
              </a:defRPr>
            </a:lvl5pPr>
            <a:lvl6pPr marL="3365906" indent="0">
              <a:buNone/>
              <a:defRPr sz="2356">
                <a:solidFill>
                  <a:schemeClr val="tx1">
                    <a:tint val="82000"/>
                  </a:schemeClr>
                </a:solidFill>
              </a:defRPr>
            </a:lvl6pPr>
            <a:lvl7pPr marL="4039088" indent="0">
              <a:buNone/>
              <a:defRPr sz="2356">
                <a:solidFill>
                  <a:schemeClr val="tx1">
                    <a:tint val="82000"/>
                  </a:schemeClr>
                </a:solidFill>
              </a:defRPr>
            </a:lvl7pPr>
            <a:lvl8pPr marL="4712269" indent="0">
              <a:buNone/>
              <a:defRPr sz="2356">
                <a:solidFill>
                  <a:schemeClr val="tx1">
                    <a:tint val="82000"/>
                  </a:schemeClr>
                </a:solidFill>
              </a:defRPr>
            </a:lvl8pPr>
            <a:lvl9pPr marL="5385450" indent="0">
              <a:buNone/>
              <a:defRPr sz="23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16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4162" y="2688148"/>
            <a:ext cx="7629366" cy="64071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87922" y="2688148"/>
            <a:ext cx="7629366" cy="64071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15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500" y="537631"/>
            <a:ext cx="15483126" cy="19518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6501" y="2475435"/>
            <a:ext cx="7594304" cy="1213172"/>
          </a:xfrm>
        </p:spPr>
        <p:txBody>
          <a:bodyPr anchor="b"/>
          <a:lstStyle>
            <a:lvl1pPr marL="0" indent="0">
              <a:buNone/>
              <a:defRPr sz="3534" b="1"/>
            </a:lvl1pPr>
            <a:lvl2pPr marL="673181" indent="0">
              <a:buNone/>
              <a:defRPr sz="2945" b="1"/>
            </a:lvl2pPr>
            <a:lvl3pPr marL="1346363" indent="0">
              <a:buNone/>
              <a:defRPr sz="2650" b="1"/>
            </a:lvl3pPr>
            <a:lvl4pPr marL="2019544" indent="0">
              <a:buNone/>
              <a:defRPr sz="2356" b="1"/>
            </a:lvl4pPr>
            <a:lvl5pPr marL="2692725" indent="0">
              <a:buNone/>
              <a:defRPr sz="2356" b="1"/>
            </a:lvl5pPr>
            <a:lvl6pPr marL="3365906" indent="0">
              <a:buNone/>
              <a:defRPr sz="2356" b="1"/>
            </a:lvl6pPr>
            <a:lvl7pPr marL="4039088" indent="0">
              <a:buNone/>
              <a:defRPr sz="2356" b="1"/>
            </a:lvl7pPr>
            <a:lvl8pPr marL="4712269" indent="0">
              <a:buNone/>
              <a:defRPr sz="2356" b="1"/>
            </a:lvl8pPr>
            <a:lvl9pPr marL="5385450" indent="0">
              <a:buNone/>
              <a:defRPr sz="23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501" y="3688607"/>
            <a:ext cx="7594304" cy="54253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87922" y="2475435"/>
            <a:ext cx="7631704" cy="1213172"/>
          </a:xfrm>
        </p:spPr>
        <p:txBody>
          <a:bodyPr anchor="b"/>
          <a:lstStyle>
            <a:lvl1pPr marL="0" indent="0">
              <a:buNone/>
              <a:defRPr sz="3534" b="1"/>
            </a:lvl1pPr>
            <a:lvl2pPr marL="673181" indent="0">
              <a:buNone/>
              <a:defRPr sz="2945" b="1"/>
            </a:lvl2pPr>
            <a:lvl3pPr marL="1346363" indent="0">
              <a:buNone/>
              <a:defRPr sz="2650" b="1"/>
            </a:lvl3pPr>
            <a:lvl4pPr marL="2019544" indent="0">
              <a:buNone/>
              <a:defRPr sz="2356" b="1"/>
            </a:lvl4pPr>
            <a:lvl5pPr marL="2692725" indent="0">
              <a:buNone/>
              <a:defRPr sz="2356" b="1"/>
            </a:lvl5pPr>
            <a:lvl6pPr marL="3365906" indent="0">
              <a:buNone/>
              <a:defRPr sz="2356" b="1"/>
            </a:lvl6pPr>
            <a:lvl7pPr marL="4039088" indent="0">
              <a:buNone/>
              <a:defRPr sz="2356" b="1"/>
            </a:lvl7pPr>
            <a:lvl8pPr marL="4712269" indent="0">
              <a:buNone/>
              <a:defRPr sz="2356" b="1"/>
            </a:lvl8pPr>
            <a:lvl9pPr marL="5385450" indent="0">
              <a:buNone/>
              <a:defRPr sz="23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87922" y="3688607"/>
            <a:ext cx="7631704" cy="54253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57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199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15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501" y="673206"/>
            <a:ext cx="5789809" cy="2356221"/>
          </a:xfrm>
        </p:spPr>
        <p:txBody>
          <a:bodyPr anchor="b"/>
          <a:lstStyle>
            <a:lvl1pPr>
              <a:defRPr sz="47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1704" y="1453938"/>
            <a:ext cx="9087922" cy="7176188"/>
          </a:xfrm>
        </p:spPr>
        <p:txBody>
          <a:bodyPr/>
          <a:lstStyle>
            <a:lvl1pPr>
              <a:defRPr sz="4712"/>
            </a:lvl1pPr>
            <a:lvl2pPr>
              <a:defRPr sz="4123"/>
            </a:lvl2pPr>
            <a:lvl3pPr>
              <a:defRPr sz="3534"/>
            </a:lvl3pPr>
            <a:lvl4pPr>
              <a:defRPr sz="2945"/>
            </a:lvl4pPr>
            <a:lvl5pPr>
              <a:defRPr sz="2945"/>
            </a:lvl5pPr>
            <a:lvl6pPr>
              <a:defRPr sz="2945"/>
            </a:lvl6pPr>
            <a:lvl7pPr>
              <a:defRPr sz="2945"/>
            </a:lvl7pPr>
            <a:lvl8pPr>
              <a:defRPr sz="2945"/>
            </a:lvl8pPr>
            <a:lvl9pPr>
              <a:defRPr sz="29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6501" y="3029426"/>
            <a:ext cx="5789809" cy="5612387"/>
          </a:xfrm>
        </p:spPr>
        <p:txBody>
          <a:bodyPr/>
          <a:lstStyle>
            <a:lvl1pPr marL="0" indent="0">
              <a:buNone/>
              <a:defRPr sz="2356"/>
            </a:lvl1pPr>
            <a:lvl2pPr marL="673181" indent="0">
              <a:buNone/>
              <a:defRPr sz="2061"/>
            </a:lvl2pPr>
            <a:lvl3pPr marL="1346363" indent="0">
              <a:buNone/>
              <a:defRPr sz="1767"/>
            </a:lvl3pPr>
            <a:lvl4pPr marL="2019544" indent="0">
              <a:buNone/>
              <a:defRPr sz="1472"/>
            </a:lvl4pPr>
            <a:lvl5pPr marL="2692725" indent="0">
              <a:buNone/>
              <a:defRPr sz="1472"/>
            </a:lvl5pPr>
            <a:lvl6pPr marL="3365906" indent="0">
              <a:buNone/>
              <a:defRPr sz="1472"/>
            </a:lvl6pPr>
            <a:lvl7pPr marL="4039088" indent="0">
              <a:buNone/>
              <a:defRPr sz="1472"/>
            </a:lvl7pPr>
            <a:lvl8pPr marL="4712269" indent="0">
              <a:buNone/>
              <a:defRPr sz="1472"/>
            </a:lvl8pPr>
            <a:lvl9pPr marL="5385450" indent="0">
              <a:buNone/>
              <a:defRPr sz="14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9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501" y="673206"/>
            <a:ext cx="5789809" cy="2356221"/>
          </a:xfrm>
        </p:spPr>
        <p:txBody>
          <a:bodyPr anchor="b"/>
          <a:lstStyle>
            <a:lvl1pPr>
              <a:defRPr sz="47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31704" y="1453938"/>
            <a:ext cx="9087922" cy="7176188"/>
          </a:xfrm>
        </p:spPr>
        <p:txBody>
          <a:bodyPr anchor="t"/>
          <a:lstStyle>
            <a:lvl1pPr marL="0" indent="0">
              <a:buNone/>
              <a:defRPr sz="4712"/>
            </a:lvl1pPr>
            <a:lvl2pPr marL="673181" indent="0">
              <a:buNone/>
              <a:defRPr sz="4123"/>
            </a:lvl2pPr>
            <a:lvl3pPr marL="1346363" indent="0">
              <a:buNone/>
              <a:defRPr sz="3534"/>
            </a:lvl3pPr>
            <a:lvl4pPr marL="2019544" indent="0">
              <a:buNone/>
              <a:defRPr sz="2945"/>
            </a:lvl4pPr>
            <a:lvl5pPr marL="2692725" indent="0">
              <a:buNone/>
              <a:defRPr sz="2945"/>
            </a:lvl5pPr>
            <a:lvl6pPr marL="3365906" indent="0">
              <a:buNone/>
              <a:defRPr sz="2945"/>
            </a:lvl6pPr>
            <a:lvl7pPr marL="4039088" indent="0">
              <a:buNone/>
              <a:defRPr sz="2945"/>
            </a:lvl7pPr>
            <a:lvl8pPr marL="4712269" indent="0">
              <a:buNone/>
              <a:defRPr sz="2945"/>
            </a:lvl8pPr>
            <a:lvl9pPr marL="5385450" indent="0">
              <a:buNone/>
              <a:defRPr sz="294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6501" y="3029426"/>
            <a:ext cx="5789809" cy="5612387"/>
          </a:xfrm>
        </p:spPr>
        <p:txBody>
          <a:bodyPr/>
          <a:lstStyle>
            <a:lvl1pPr marL="0" indent="0">
              <a:buNone/>
              <a:defRPr sz="2356"/>
            </a:lvl1pPr>
            <a:lvl2pPr marL="673181" indent="0">
              <a:buNone/>
              <a:defRPr sz="2061"/>
            </a:lvl2pPr>
            <a:lvl3pPr marL="1346363" indent="0">
              <a:buNone/>
              <a:defRPr sz="1767"/>
            </a:lvl3pPr>
            <a:lvl4pPr marL="2019544" indent="0">
              <a:buNone/>
              <a:defRPr sz="1472"/>
            </a:lvl4pPr>
            <a:lvl5pPr marL="2692725" indent="0">
              <a:buNone/>
              <a:defRPr sz="1472"/>
            </a:lvl5pPr>
            <a:lvl6pPr marL="3365906" indent="0">
              <a:buNone/>
              <a:defRPr sz="1472"/>
            </a:lvl6pPr>
            <a:lvl7pPr marL="4039088" indent="0">
              <a:buNone/>
              <a:defRPr sz="1472"/>
            </a:lvl7pPr>
            <a:lvl8pPr marL="4712269" indent="0">
              <a:buNone/>
              <a:defRPr sz="1472"/>
            </a:lvl8pPr>
            <a:lvl9pPr marL="5385450" indent="0">
              <a:buNone/>
              <a:defRPr sz="14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78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670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46507" y="537630"/>
            <a:ext cx="3870781" cy="85576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4162" y="537630"/>
            <a:ext cx="11387951" cy="85576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78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4162" y="537631"/>
            <a:ext cx="15483126" cy="1951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4162" y="2688148"/>
            <a:ext cx="15483126" cy="6407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4162" y="9359432"/>
            <a:ext cx="4039076" cy="537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6418" y="9359432"/>
            <a:ext cx="6058614" cy="537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78212" y="9359432"/>
            <a:ext cx="4039076" cy="537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736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346363" rtl="0" eaLnBrk="1" latinLnBrk="0" hangingPunct="1">
        <a:lnSpc>
          <a:spcPct val="90000"/>
        </a:lnSpc>
        <a:spcBef>
          <a:spcPct val="0"/>
        </a:spcBef>
        <a:buNone/>
        <a:defRPr sz="64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6591" indent="-336591" algn="l" defTabSz="1346363" rtl="0" eaLnBrk="1" latinLnBrk="0" hangingPunct="1">
        <a:lnSpc>
          <a:spcPct val="90000"/>
        </a:lnSpc>
        <a:spcBef>
          <a:spcPts val="1472"/>
        </a:spcBef>
        <a:buFont typeface="Arial" panose="020B0604020202020204" pitchFamily="34" charset="0"/>
        <a:buChar char="•"/>
        <a:defRPr sz="4123" kern="1200">
          <a:solidFill>
            <a:schemeClr val="tx1"/>
          </a:solidFill>
          <a:latin typeface="+mn-lt"/>
          <a:ea typeface="+mn-ea"/>
          <a:cs typeface="+mn-cs"/>
        </a:defRPr>
      </a:lvl1pPr>
      <a:lvl2pPr marL="1009772" indent="-336591" algn="l" defTabSz="1346363" rtl="0" eaLnBrk="1" latinLnBrk="0" hangingPunct="1">
        <a:lnSpc>
          <a:spcPct val="90000"/>
        </a:lnSpc>
        <a:spcBef>
          <a:spcPts val="736"/>
        </a:spcBef>
        <a:buFont typeface="Arial" panose="020B0604020202020204" pitchFamily="34" charset="0"/>
        <a:buChar char="•"/>
        <a:defRPr sz="3534" kern="1200">
          <a:solidFill>
            <a:schemeClr val="tx1"/>
          </a:solidFill>
          <a:latin typeface="+mn-lt"/>
          <a:ea typeface="+mn-ea"/>
          <a:cs typeface="+mn-cs"/>
        </a:defRPr>
      </a:lvl2pPr>
      <a:lvl3pPr marL="1682953" indent="-336591" algn="l" defTabSz="1346363" rtl="0" eaLnBrk="1" latinLnBrk="0" hangingPunct="1">
        <a:lnSpc>
          <a:spcPct val="90000"/>
        </a:lnSpc>
        <a:spcBef>
          <a:spcPts val="736"/>
        </a:spcBef>
        <a:buFont typeface="Arial" panose="020B0604020202020204" pitchFamily="34" charset="0"/>
        <a:buChar char="•"/>
        <a:defRPr sz="2945" kern="1200">
          <a:solidFill>
            <a:schemeClr val="tx1"/>
          </a:solidFill>
          <a:latin typeface="+mn-lt"/>
          <a:ea typeface="+mn-ea"/>
          <a:cs typeface="+mn-cs"/>
        </a:defRPr>
      </a:lvl3pPr>
      <a:lvl4pPr marL="2356134" indent="-336591" algn="l" defTabSz="1346363" rtl="0" eaLnBrk="1" latinLnBrk="0" hangingPunct="1">
        <a:lnSpc>
          <a:spcPct val="90000"/>
        </a:lnSpc>
        <a:spcBef>
          <a:spcPts val="736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4pPr>
      <a:lvl5pPr marL="3029316" indent="-336591" algn="l" defTabSz="1346363" rtl="0" eaLnBrk="1" latinLnBrk="0" hangingPunct="1">
        <a:lnSpc>
          <a:spcPct val="90000"/>
        </a:lnSpc>
        <a:spcBef>
          <a:spcPts val="736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5pPr>
      <a:lvl6pPr marL="3702497" indent="-336591" algn="l" defTabSz="1346363" rtl="0" eaLnBrk="1" latinLnBrk="0" hangingPunct="1">
        <a:lnSpc>
          <a:spcPct val="90000"/>
        </a:lnSpc>
        <a:spcBef>
          <a:spcPts val="736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6pPr>
      <a:lvl7pPr marL="4375678" indent="-336591" algn="l" defTabSz="1346363" rtl="0" eaLnBrk="1" latinLnBrk="0" hangingPunct="1">
        <a:lnSpc>
          <a:spcPct val="90000"/>
        </a:lnSpc>
        <a:spcBef>
          <a:spcPts val="736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7pPr>
      <a:lvl8pPr marL="5048860" indent="-336591" algn="l" defTabSz="1346363" rtl="0" eaLnBrk="1" latinLnBrk="0" hangingPunct="1">
        <a:lnSpc>
          <a:spcPct val="90000"/>
        </a:lnSpc>
        <a:spcBef>
          <a:spcPts val="736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8pPr>
      <a:lvl9pPr marL="5722041" indent="-336591" algn="l" defTabSz="1346363" rtl="0" eaLnBrk="1" latinLnBrk="0" hangingPunct="1">
        <a:lnSpc>
          <a:spcPct val="90000"/>
        </a:lnSpc>
        <a:spcBef>
          <a:spcPts val="736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6363" rtl="0" eaLnBrk="1" latinLnBrk="0" hangingPunct="1">
        <a:defRPr sz="2650" kern="1200">
          <a:solidFill>
            <a:schemeClr val="tx1"/>
          </a:solidFill>
          <a:latin typeface="+mn-lt"/>
          <a:ea typeface="+mn-ea"/>
          <a:cs typeface="+mn-cs"/>
        </a:defRPr>
      </a:lvl1pPr>
      <a:lvl2pPr marL="673181" algn="l" defTabSz="1346363" rtl="0" eaLnBrk="1" latinLnBrk="0" hangingPunct="1">
        <a:defRPr sz="2650" kern="1200">
          <a:solidFill>
            <a:schemeClr val="tx1"/>
          </a:solidFill>
          <a:latin typeface="+mn-lt"/>
          <a:ea typeface="+mn-ea"/>
          <a:cs typeface="+mn-cs"/>
        </a:defRPr>
      </a:lvl2pPr>
      <a:lvl3pPr marL="1346363" algn="l" defTabSz="1346363" rtl="0" eaLnBrk="1" latinLnBrk="0" hangingPunct="1">
        <a:defRPr sz="2650" kern="1200">
          <a:solidFill>
            <a:schemeClr val="tx1"/>
          </a:solidFill>
          <a:latin typeface="+mn-lt"/>
          <a:ea typeface="+mn-ea"/>
          <a:cs typeface="+mn-cs"/>
        </a:defRPr>
      </a:lvl3pPr>
      <a:lvl4pPr marL="2019544" algn="l" defTabSz="1346363" rtl="0" eaLnBrk="1" latinLnBrk="0" hangingPunct="1">
        <a:defRPr sz="2650" kern="1200">
          <a:solidFill>
            <a:schemeClr val="tx1"/>
          </a:solidFill>
          <a:latin typeface="+mn-lt"/>
          <a:ea typeface="+mn-ea"/>
          <a:cs typeface="+mn-cs"/>
        </a:defRPr>
      </a:lvl4pPr>
      <a:lvl5pPr marL="2692725" algn="l" defTabSz="1346363" rtl="0" eaLnBrk="1" latinLnBrk="0" hangingPunct="1">
        <a:defRPr sz="2650" kern="1200">
          <a:solidFill>
            <a:schemeClr val="tx1"/>
          </a:solidFill>
          <a:latin typeface="+mn-lt"/>
          <a:ea typeface="+mn-ea"/>
          <a:cs typeface="+mn-cs"/>
        </a:defRPr>
      </a:lvl5pPr>
      <a:lvl6pPr marL="3365906" algn="l" defTabSz="1346363" rtl="0" eaLnBrk="1" latinLnBrk="0" hangingPunct="1">
        <a:defRPr sz="2650" kern="1200">
          <a:solidFill>
            <a:schemeClr val="tx1"/>
          </a:solidFill>
          <a:latin typeface="+mn-lt"/>
          <a:ea typeface="+mn-ea"/>
          <a:cs typeface="+mn-cs"/>
        </a:defRPr>
      </a:lvl6pPr>
      <a:lvl7pPr marL="4039088" algn="l" defTabSz="1346363" rtl="0" eaLnBrk="1" latinLnBrk="0" hangingPunct="1">
        <a:defRPr sz="2650" kern="1200">
          <a:solidFill>
            <a:schemeClr val="tx1"/>
          </a:solidFill>
          <a:latin typeface="+mn-lt"/>
          <a:ea typeface="+mn-ea"/>
          <a:cs typeface="+mn-cs"/>
        </a:defRPr>
      </a:lvl7pPr>
      <a:lvl8pPr marL="4712269" algn="l" defTabSz="1346363" rtl="0" eaLnBrk="1" latinLnBrk="0" hangingPunct="1">
        <a:defRPr sz="2650" kern="1200">
          <a:solidFill>
            <a:schemeClr val="tx1"/>
          </a:solidFill>
          <a:latin typeface="+mn-lt"/>
          <a:ea typeface="+mn-ea"/>
          <a:cs typeface="+mn-cs"/>
        </a:defRPr>
      </a:lvl8pPr>
      <a:lvl9pPr marL="5385450" algn="l" defTabSz="1346363" rtl="0" eaLnBrk="1" latinLnBrk="0" hangingPunct="1">
        <a:defRPr sz="26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C7895E1-D847-29D1-C6DB-3CE5C721EBB3}"/>
              </a:ext>
            </a:extLst>
          </p:cNvPr>
          <p:cNvSpPr/>
          <p:nvPr/>
        </p:nvSpPr>
        <p:spPr>
          <a:xfrm>
            <a:off x="1717160" y="593122"/>
            <a:ext cx="1371118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Non-iterative Dynamic Stochastic User Assignment Approach</a:t>
            </a:r>
            <a:endParaRPr lang="zh-CN" alt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8100F0-1159-A5F0-EDB6-8D3721F67944}"/>
              </a:ext>
            </a:extLst>
          </p:cNvPr>
          <p:cNvSpPr/>
          <p:nvPr/>
        </p:nvSpPr>
        <p:spPr>
          <a:xfrm>
            <a:off x="6489717" y="3075068"/>
            <a:ext cx="2892074" cy="114543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Dynamically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9B780E-AFB3-43CB-DA53-D7EEB97E339C}"/>
              </a:ext>
            </a:extLst>
          </p:cNvPr>
          <p:cNvSpPr/>
          <p:nvPr/>
        </p:nvSpPr>
        <p:spPr>
          <a:xfrm>
            <a:off x="6483902" y="5257474"/>
            <a:ext cx="2892074" cy="114543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Stochastically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3BF9DA-64DF-2922-123C-6B2EBC25C2BC}"/>
              </a:ext>
            </a:extLst>
          </p:cNvPr>
          <p:cNvSpPr/>
          <p:nvPr/>
        </p:nvSpPr>
        <p:spPr>
          <a:xfrm>
            <a:off x="6495533" y="7439880"/>
            <a:ext cx="2892074" cy="114543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Stability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6AF421-C2A1-22CE-573D-D8803FB5D251}"/>
              </a:ext>
            </a:extLst>
          </p:cNvPr>
          <p:cNvSpPr/>
          <p:nvPr/>
        </p:nvSpPr>
        <p:spPr>
          <a:xfrm>
            <a:off x="1951990" y="4907195"/>
            <a:ext cx="2960671" cy="184599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SUMO Automatic Rerouting Device</a:t>
            </a:r>
            <a:endParaRPr lang="zh-CN" altLang="en-US" sz="2400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B7D500E-99FA-B195-BEA9-2925AB66E351}"/>
              </a:ext>
            </a:extLst>
          </p:cNvPr>
          <p:cNvSpPr/>
          <p:nvPr/>
        </p:nvSpPr>
        <p:spPr>
          <a:xfrm>
            <a:off x="10831386" y="2816661"/>
            <a:ext cx="5075667" cy="648000"/>
          </a:xfrm>
          <a:prstGeom prst="rect">
            <a:avLst/>
          </a:prstGeom>
          <a:solidFill>
            <a:schemeClr val="bg2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Dynamic shortest path (Dijkstra) selection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9279978-3F21-09DD-7AEF-86E4C9191662}"/>
              </a:ext>
            </a:extLst>
          </p:cNvPr>
          <p:cNvSpPr/>
          <p:nvPr/>
        </p:nvSpPr>
        <p:spPr>
          <a:xfrm>
            <a:off x="10831385" y="3776618"/>
            <a:ext cx="5075657" cy="648000"/>
          </a:xfrm>
          <a:prstGeom prst="rect">
            <a:avLst/>
          </a:prstGeom>
          <a:solidFill>
            <a:schemeClr val="bg2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Recalculation cycle: </a:t>
            </a:r>
            <a:r>
              <a:rPr lang="en-US" altLang="zh-CN" dirty="0" err="1">
                <a:solidFill>
                  <a:schemeClr val="tx1"/>
                </a:solidFill>
              </a:rPr>
              <a:t>device.rerouting.period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E226ADF-1379-8573-65B5-BD33B197E1A0}"/>
              </a:ext>
            </a:extLst>
          </p:cNvPr>
          <p:cNvSpPr/>
          <p:nvPr/>
        </p:nvSpPr>
        <p:spPr>
          <a:xfrm>
            <a:off x="10825590" y="7192460"/>
            <a:ext cx="5075637" cy="648119"/>
          </a:xfrm>
          <a:prstGeom prst="rect">
            <a:avLst/>
          </a:prstGeom>
          <a:solidFill>
            <a:schemeClr val="bg2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Change course only if the absolute threshold is exceeded: </a:t>
            </a:r>
            <a:r>
              <a:rPr lang="en-US" altLang="zh-CN" dirty="0" err="1">
                <a:solidFill>
                  <a:schemeClr val="tx1"/>
                </a:solidFill>
              </a:rPr>
              <a:t>device.rerouting.threshold.constant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A85F81-8BA9-02C8-2127-DFE8A42168CE}"/>
              </a:ext>
            </a:extLst>
          </p:cNvPr>
          <p:cNvSpPr/>
          <p:nvPr/>
        </p:nvSpPr>
        <p:spPr>
          <a:xfrm>
            <a:off x="10825579" y="5512180"/>
            <a:ext cx="5075653" cy="648119"/>
          </a:xfrm>
          <a:prstGeom prst="rect">
            <a:avLst/>
          </a:prstGeom>
          <a:solidFill>
            <a:schemeClr val="bg2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Random when choosing path:    </a:t>
            </a:r>
          </a:p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weights.random</a:t>
            </a:r>
            <a:r>
              <a:rPr lang="en-US" altLang="zh-CN" dirty="0">
                <a:solidFill>
                  <a:schemeClr val="tx1"/>
                </a:solidFill>
              </a:rPr>
              <a:t>-factor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F47A645-F8E7-296D-25E0-96D82ACBEDCA}"/>
              </a:ext>
            </a:extLst>
          </p:cNvPr>
          <p:cNvCxnSpPr>
            <a:cxnSpLocks/>
          </p:cNvCxnSpPr>
          <p:nvPr/>
        </p:nvCxnSpPr>
        <p:spPr>
          <a:xfrm>
            <a:off x="5366929" y="2383821"/>
            <a:ext cx="0" cy="7264400"/>
          </a:xfrm>
          <a:prstGeom prst="line">
            <a:avLst/>
          </a:prstGeom>
          <a:ln w="28575">
            <a:solidFill>
              <a:srgbClr val="2F559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D0E2E02-7B4E-2E09-4774-7F89FFB955EA}"/>
              </a:ext>
            </a:extLst>
          </p:cNvPr>
          <p:cNvCxnSpPr>
            <a:cxnSpLocks/>
          </p:cNvCxnSpPr>
          <p:nvPr/>
        </p:nvCxnSpPr>
        <p:spPr>
          <a:xfrm>
            <a:off x="9929469" y="2309171"/>
            <a:ext cx="0" cy="7264400"/>
          </a:xfrm>
          <a:prstGeom prst="line">
            <a:avLst/>
          </a:prstGeom>
          <a:ln w="28575">
            <a:solidFill>
              <a:srgbClr val="2F559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流程图: 数据 33">
            <a:extLst>
              <a:ext uri="{FF2B5EF4-FFF2-40B4-BE49-F238E27FC236}">
                <a16:creationId xmlns:a16="http://schemas.microsoft.com/office/drawing/2014/main" id="{9B7C6D5E-C184-5C99-D3A7-CDF9C286AE32}"/>
              </a:ext>
            </a:extLst>
          </p:cNvPr>
          <p:cNvSpPr/>
          <p:nvPr/>
        </p:nvSpPr>
        <p:spPr>
          <a:xfrm>
            <a:off x="2505727" y="1611425"/>
            <a:ext cx="1954590" cy="604800"/>
          </a:xfrm>
          <a:prstGeom prst="flowChartInputOutput">
            <a:avLst/>
          </a:prstGeom>
          <a:noFill/>
          <a:ln w="38100">
            <a:solidFill>
              <a:srgbClr val="2F5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Tool</a:t>
            </a:r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流程图: 数据 42">
            <a:extLst>
              <a:ext uri="{FF2B5EF4-FFF2-40B4-BE49-F238E27FC236}">
                <a16:creationId xmlns:a16="http://schemas.microsoft.com/office/drawing/2014/main" id="{42A2F4D0-FAEF-F7BB-EB22-60FBA60C108F}"/>
              </a:ext>
            </a:extLst>
          </p:cNvPr>
          <p:cNvSpPr/>
          <p:nvPr/>
        </p:nvSpPr>
        <p:spPr>
          <a:xfrm>
            <a:off x="6964275" y="1611425"/>
            <a:ext cx="1954590" cy="604800"/>
          </a:xfrm>
          <a:prstGeom prst="flowChartInputOutpu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Indicator</a:t>
            </a:r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流程图: 数据 43">
            <a:extLst>
              <a:ext uri="{FF2B5EF4-FFF2-40B4-BE49-F238E27FC236}">
                <a16:creationId xmlns:a16="http://schemas.microsoft.com/office/drawing/2014/main" id="{A02E759C-6964-43EA-9D98-10B42A594A1A}"/>
              </a:ext>
            </a:extLst>
          </p:cNvPr>
          <p:cNvSpPr/>
          <p:nvPr/>
        </p:nvSpPr>
        <p:spPr>
          <a:xfrm>
            <a:off x="12213443" y="1611425"/>
            <a:ext cx="1954590" cy="604800"/>
          </a:xfrm>
          <a:prstGeom prst="flowChartInputOutpu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Action</a:t>
            </a:r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6ACB33EB-A8FE-90DB-670D-E7FF0127A5A3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 flipV="1">
            <a:off x="4912661" y="3647787"/>
            <a:ext cx="1577056" cy="2182405"/>
          </a:xfrm>
          <a:prstGeom prst="bentConnector3">
            <a:avLst>
              <a:gd name="adj1" fmla="val 50000"/>
            </a:avLst>
          </a:prstGeom>
          <a:ln w="762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B81F99D2-B4C2-ED7E-92BE-7835BE21E441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>
            <a:off x="4912661" y="5830192"/>
            <a:ext cx="1582872" cy="2182407"/>
          </a:xfrm>
          <a:prstGeom prst="bentConnector3">
            <a:avLst>
              <a:gd name="adj1" fmla="val 50000"/>
            </a:avLst>
          </a:prstGeom>
          <a:ln w="762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BC583B88-2E5E-CD1F-8B0E-AB154011B201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5731497" y="5830192"/>
            <a:ext cx="752405" cy="1"/>
          </a:xfrm>
          <a:prstGeom prst="straightConnector1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7E725CD4-69B3-51F1-E230-21467621E6F4}"/>
              </a:ext>
            </a:extLst>
          </p:cNvPr>
          <p:cNvCxnSpPr>
            <a:stCxn id="15" idx="3"/>
            <a:endCxn id="25" idx="1"/>
          </p:cNvCxnSpPr>
          <p:nvPr/>
        </p:nvCxnSpPr>
        <p:spPr>
          <a:xfrm flipV="1">
            <a:off x="9381791" y="3140661"/>
            <a:ext cx="1449595" cy="507126"/>
          </a:xfrm>
          <a:prstGeom prst="bentConnector3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AEEF5BB9-F8C7-7D79-575B-7D7DD055BE9D}"/>
              </a:ext>
            </a:extLst>
          </p:cNvPr>
          <p:cNvCxnSpPr>
            <a:cxnSpLocks/>
            <a:stCxn id="15" idx="3"/>
            <a:endCxn id="26" idx="1"/>
          </p:cNvCxnSpPr>
          <p:nvPr/>
        </p:nvCxnSpPr>
        <p:spPr>
          <a:xfrm>
            <a:off x="9381791" y="3647787"/>
            <a:ext cx="1449594" cy="452831"/>
          </a:xfrm>
          <a:prstGeom prst="bentConnector3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2AAD5599-0C97-2E84-536D-D7FFD3A13667}"/>
              </a:ext>
            </a:extLst>
          </p:cNvPr>
          <p:cNvCxnSpPr>
            <a:cxnSpLocks/>
          </p:cNvCxnSpPr>
          <p:nvPr/>
        </p:nvCxnSpPr>
        <p:spPr>
          <a:xfrm flipV="1">
            <a:off x="9375976" y="7516460"/>
            <a:ext cx="1449602" cy="489672"/>
          </a:xfrm>
          <a:prstGeom prst="bentConnector3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6596F105-FC2E-DDE1-E008-5D02C33E14A5}"/>
              </a:ext>
            </a:extLst>
          </p:cNvPr>
          <p:cNvCxnSpPr>
            <a:cxnSpLocks/>
          </p:cNvCxnSpPr>
          <p:nvPr/>
        </p:nvCxnSpPr>
        <p:spPr>
          <a:xfrm>
            <a:off x="9375976" y="8006132"/>
            <a:ext cx="1449602" cy="509888"/>
          </a:xfrm>
          <a:prstGeom prst="bentConnector3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6D926E23-07CD-7310-1FAB-9DA83B78CD59}"/>
              </a:ext>
            </a:extLst>
          </p:cNvPr>
          <p:cNvCxnSpPr>
            <a:cxnSpLocks/>
          </p:cNvCxnSpPr>
          <p:nvPr/>
        </p:nvCxnSpPr>
        <p:spPr>
          <a:xfrm flipV="1">
            <a:off x="9387607" y="5854428"/>
            <a:ext cx="1443776" cy="1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164C1A43-7762-3144-DC1E-F162E8B90D8B}"/>
              </a:ext>
            </a:extLst>
          </p:cNvPr>
          <p:cNvSpPr/>
          <p:nvPr/>
        </p:nvSpPr>
        <p:spPr>
          <a:xfrm>
            <a:off x="10825590" y="8266208"/>
            <a:ext cx="5075637" cy="648119"/>
          </a:xfrm>
          <a:prstGeom prst="rect">
            <a:avLst/>
          </a:prstGeom>
          <a:solidFill>
            <a:schemeClr val="bg2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Change course only if the </a:t>
            </a:r>
            <a:r>
              <a:rPr lang="en-US" altLang="zh-CN" dirty="0" err="1">
                <a:solidFill>
                  <a:schemeClr val="tx1"/>
                </a:solidFill>
              </a:rPr>
              <a:t>proportiona</a:t>
            </a:r>
            <a:r>
              <a:rPr lang="en-US" altLang="zh-CN" dirty="0">
                <a:solidFill>
                  <a:schemeClr val="tx1"/>
                </a:solidFill>
              </a:rPr>
              <a:t> threshold is exceeded: </a:t>
            </a:r>
            <a:r>
              <a:rPr lang="en-US" altLang="zh-CN" dirty="0" err="1">
                <a:solidFill>
                  <a:schemeClr val="tx1"/>
                </a:solidFill>
              </a:rPr>
              <a:t>device.rerouting.threshold.factor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35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</TotalTime>
  <Words>102</Words>
  <Application>Microsoft Office PowerPoint</Application>
  <PresentationFormat>自定义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 Unicode MS</vt:lpstr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Wu</dc:creator>
  <cp:lastModifiedBy>Ziyi Wu</cp:lastModifiedBy>
  <cp:revision>10</cp:revision>
  <dcterms:created xsi:type="dcterms:W3CDTF">2026-05-01T14:39:48Z</dcterms:created>
  <dcterms:modified xsi:type="dcterms:W3CDTF">2026-05-02T02:35:07Z</dcterms:modified>
</cp:coreProperties>
</file>