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6"/>
  </p:notesMasterIdLst>
  <p:sldIdLst>
    <p:sldId id="259" r:id="rId2"/>
    <p:sldId id="262" r:id="rId3"/>
    <p:sldId id="261" r:id="rId4"/>
    <p:sldId id="260" r:id="rId5"/>
  </p:sldIdLst>
  <p:sldSz cx="21674138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D"/>
    <a:srgbClr val="2869BF"/>
    <a:srgbClr val="3B933D"/>
    <a:srgbClr val="EDF3FE"/>
    <a:srgbClr val="2F5597"/>
    <a:srgbClr val="5C84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0" autoAdjust="0"/>
    <p:restoredTop sz="94660"/>
  </p:normalViewPr>
  <p:slideViewPr>
    <p:cSldViewPr snapToGrid="0">
      <p:cViewPr varScale="1">
        <p:scale>
          <a:sx n="26" d="100"/>
          <a:sy n="26" d="100"/>
        </p:scale>
        <p:origin x="72" y="1320"/>
      </p:cViewPr>
      <p:guideLst/>
    </p:cSldViewPr>
  </p:slideViewPr>
  <p:notesTextViewPr>
    <p:cViewPr>
      <p:scale>
        <a:sx n="50" d="100"/>
        <a:sy n="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D10DD2-5876-42E3-A3DD-0DBA61638E81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04DD3B-5E3F-44B7-A010-21814BC01D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084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04DD3B-5E3F-44B7-A010-21814BC01D5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95716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3D25D-861A-0AEB-57D7-CFF3939B3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73D98A-9A53-F068-2388-90039A5EA3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397F7BA-9D73-7726-FFD2-E43B6AA5C0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ACD867-03DA-1686-6A58-44A6538F75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04DD3B-5E3F-44B7-A010-21814BC01D5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51694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C7AB5-3180-FBF7-9575-FDABC3B53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DA6E312-C21D-AB5A-40BB-1F932FBAEB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3EAB137-8703-8390-9C2E-572FCA169F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67AA77-02D1-B705-4E86-087F6EDEDF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04DD3B-5E3F-44B7-A010-21814BC01D5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44236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A9A63-5F34-8761-0A50-DCD2A5E62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37395E2-6398-94EF-FBDC-CAE65D7DD9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FF9C009-A36D-B160-60E2-034697F7DF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0C87DD-AFA3-5491-96BC-84DF1D1A34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04DD3B-5E3F-44B7-A010-21814BC01D5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0022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9267" y="1995312"/>
            <a:ext cx="16255604" cy="4244622"/>
          </a:xfrm>
        </p:spPr>
        <p:txBody>
          <a:bodyPr anchor="b"/>
          <a:lstStyle>
            <a:lvl1pPr algn="ctr">
              <a:defRPr sz="1066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9267" y="6403623"/>
            <a:ext cx="16255604" cy="2943577"/>
          </a:xfrm>
        </p:spPr>
        <p:txBody>
          <a:bodyPr/>
          <a:lstStyle>
            <a:lvl1pPr marL="0" indent="0" algn="ctr">
              <a:buNone/>
              <a:defRPr sz="4266"/>
            </a:lvl1pPr>
            <a:lvl2pPr marL="812764" indent="0" algn="ctr">
              <a:buNone/>
              <a:defRPr sz="3555"/>
            </a:lvl2pPr>
            <a:lvl3pPr marL="1625529" indent="0" algn="ctr">
              <a:buNone/>
              <a:defRPr sz="3200"/>
            </a:lvl3pPr>
            <a:lvl4pPr marL="2438293" indent="0" algn="ctr">
              <a:buNone/>
              <a:defRPr sz="2844"/>
            </a:lvl4pPr>
            <a:lvl5pPr marL="3251058" indent="0" algn="ctr">
              <a:buNone/>
              <a:defRPr sz="2844"/>
            </a:lvl5pPr>
            <a:lvl6pPr marL="4063822" indent="0" algn="ctr">
              <a:buNone/>
              <a:defRPr sz="2844"/>
            </a:lvl6pPr>
            <a:lvl7pPr marL="4876587" indent="0" algn="ctr">
              <a:buNone/>
              <a:defRPr sz="2844"/>
            </a:lvl7pPr>
            <a:lvl8pPr marL="5689351" indent="0" algn="ctr">
              <a:buNone/>
              <a:defRPr sz="2844"/>
            </a:lvl8pPr>
            <a:lvl9pPr marL="6502116" indent="0" algn="ctr">
              <a:buNone/>
              <a:defRPr sz="2844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1612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1990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8808" y="3039535"/>
            <a:ext cx="18693944" cy="5071532"/>
          </a:xfrm>
        </p:spPr>
        <p:txBody>
          <a:bodyPr anchor="b"/>
          <a:lstStyle>
            <a:lvl1pPr>
              <a:defRPr sz="1066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8808" y="8159046"/>
            <a:ext cx="18693944" cy="2666999"/>
          </a:xfrm>
        </p:spPr>
        <p:txBody>
          <a:bodyPr/>
          <a:lstStyle>
            <a:lvl1pPr marL="0" indent="0">
              <a:buNone/>
              <a:defRPr sz="4266">
                <a:solidFill>
                  <a:schemeClr val="tx1">
                    <a:tint val="82000"/>
                  </a:schemeClr>
                </a:solidFill>
              </a:defRPr>
            </a:lvl1pPr>
            <a:lvl2pPr marL="812764" indent="0">
              <a:buNone/>
              <a:defRPr sz="3555">
                <a:solidFill>
                  <a:schemeClr val="tx1">
                    <a:tint val="82000"/>
                  </a:schemeClr>
                </a:solidFill>
              </a:defRPr>
            </a:lvl2pPr>
            <a:lvl3pPr marL="1625529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3pPr>
            <a:lvl4pPr marL="2438293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4pPr>
            <a:lvl5pPr marL="3251058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5pPr>
            <a:lvl6pPr marL="4063822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6pPr>
            <a:lvl7pPr marL="4876587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7pPr>
            <a:lvl8pPr marL="5689351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8pPr>
            <a:lvl9pPr marL="6502116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7487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90097" y="3245556"/>
            <a:ext cx="9211509" cy="7735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532" y="3245556"/>
            <a:ext cx="9211509" cy="7735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1456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920" y="649112"/>
            <a:ext cx="18693944" cy="235655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2921" y="2988734"/>
            <a:ext cx="9169175" cy="1464732"/>
          </a:xfrm>
        </p:spPr>
        <p:txBody>
          <a:bodyPr anchor="b"/>
          <a:lstStyle>
            <a:lvl1pPr marL="0" indent="0">
              <a:buNone/>
              <a:defRPr sz="4266" b="1"/>
            </a:lvl1pPr>
            <a:lvl2pPr marL="812764" indent="0">
              <a:buNone/>
              <a:defRPr sz="3555" b="1"/>
            </a:lvl2pPr>
            <a:lvl3pPr marL="1625529" indent="0">
              <a:buNone/>
              <a:defRPr sz="3200" b="1"/>
            </a:lvl3pPr>
            <a:lvl4pPr marL="2438293" indent="0">
              <a:buNone/>
              <a:defRPr sz="2844" b="1"/>
            </a:lvl4pPr>
            <a:lvl5pPr marL="3251058" indent="0">
              <a:buNone/>
              <a:defRPr sz="2844" b="1"/>
            </a:lvl5pPr>
            <a:lvl6pPr marL="4063822" indent="0">
              <a:buNone/>
              <a:defRPr sz="2844" b="1"/>
            </a:lvl6pPr>
            <a:lvl7pPr marL="4876587" indent="0">
              <a:buNone/>
              <a:defRPr sz="2844" b="1"/>
            </a:lvl7pPr>
            <a:lvl8pPr marL="5689351" indent="0">
              <a:buNone/>
              <a:defRPr sz="2844" b="1"/>
            </a:lvl8pPr>
            <a:lvl9pPr marL="6502116" indent="0">
              <a:buNone/>
              <a:defRPr sz="284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92921" y="4453467"/>
            <a:ext cx="9169175" cy="6550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72532" y="2988734"/>
            <a:ext cx="9214332" cy="1464732"/>
          </a:xfrm>
        </p:spPr>
        <p:txBody>
          <a:bodyPr anchor="b"/>
          <a:lstStyle>
            <a:lvl1pPr marL="0" indent="0">
              <a:buNone/>
              <a:defRPr sz="4266" b="1"/>
            </a:lvl1pPr>
            <a:lvl2pPr marL="812764" indent="0">
              <a:buNone/>
              <a:defRPr sz="3555" b="1"/>
            </a:lvl2pPr>
            <a:lvl3pPr marL="1625529" indent="0">
              <a:buNone/>
              <a:defRPr sz="3200" b="1"/>
            </a:lvl3pPr>
            <a:lvl4pPr marL="2438293" indent="0">
              <a:buNone/>
              <a:defRPr sz="2844" b="1"/>
            </a:lvl4pPr>
            <a:lvl5pPr marL="3251058" indent="0">
              <a:buNone/>
              <a:defRPr sz="2844" b="1"/>
            </a:lvl5pPr>
            <a:lvl6pPr marL="4063822" indent="0">
              <a:buNone/>
              <a:defRPr sz="2844" b="1"/>
            </a:lvl6pPr>
            <a:lvl7pPr marL="4876587" indent="0">
              <a:buNone/>
              <a:defRPr sz="2844" b="1"/>
            </a:lvl7pPr>
            <a:lvl8pPr marL="5689351" indent="0">
              <a:buNone/>
              <a:defRPr sz="2844" b="1"/>
            </a:lvl8pPr>
            <a:lvl9pPr marL="6502116" indent="0">
              <a:buNone/>
              <a:defRPr sz="284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72532" y="4453467"/>
            <a:ext cx="9214332" cy="6550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1195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1557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915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921" y="812800"/>
            <a:ext cx="6990473" cy="284480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14332" y="1755423"/>
            <a:ext cx="10972532" cy="8664222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6"/>
            </a:lvl3pPr>
            <a:lvl4pPr>
              <a:defRPr sz="3555"/>
            </a:lvl4pPr>
            <a:lvl5pPr>
              <a:defRPr sz="3555"/>
            </a:lvl5pPr>
            <a:lvl6pPr>
              <a:defRPr sz="3555"/>
            </a:lvl6pPr>
            <a:lvl7pPr>
              <a:defRPr sz="3555"/>
            </a:lvl7pPr>
            <a:lvl8pPr>
              <a:defRPr sz="3555"/>
            </a:lvl8pPr>
            <a:lvl9pPr>
              <a:defRPr sz="355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2921" y="3657600"/>
            <a:ext cx="6990473" cy="6776156"/>
          </a:xfrm>
        </p:spPr>
        <p:txBody>
          <a:bodyPr/>
          <a:lstStyle>
            <a:lvl1pPr marL="0" indent="0">
              <a:buNone/>
              <a:defRPr sz="2844"/>
            </a:lvl1pPr>
            <a:lvl2pPr marL="812764" indent="0">
              <a:buNone/>
              <a:defRPr sz="2489"/>
            </a:lvl2pPr>
            <a:lvl3pPr marL="1625529" indent="0">
              <a:buNone/>
              <a:defRPr sz="2133"/>
            </a:lvl3pPr>
            <a:lvl4pPr marL="2438293" indent="0">
              <a:buNone/>
              <a:defRPr sz="1778"/>
            </a:lvl4pPr>
            <a:lvl5pPr marL="3251058" indent="0">
              <a:buNone/>
              <a:defRPr sz="1778"/>
            </a:lvl5pPr>
            <a:lvl6pPr marL="4063822" indent="0">
              <a:buNone/>
              <a:defRPr sz="1778"/>
            </a:lvl6pPr>
            <a:lvl7pPr marL="4876587" indent="0">
              <a:buNone/>
              <a:defRPr sz="1778"/>
            </a:lvl7pPr>
            <a:lvl8pPr marL="5689351" indent="0">
              <a:buNone/>
              <a:defRPr sz="1778"/>
            </a:lvl8pPr>
            <a:lvl9pPr marL="6502116" indent="0">
              <a:buNone/>
              <a:defRPr sz="177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5913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921" y="812800"/>
            <a:ext cx="6990473" cy="284480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14332" y="1755423"/>
            <a:ext cx="10972532" cy="8664222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764" indent="0">
              <a:buNone/>
              <a:defRPr sz="4978"/>
            </a:lvl2pPr>
            <a:lvl3pPr marL="1625529" indent="0">
              <a:buNone/>
              <a:defRPr sz="4266"/>
            </a:lvl3pPr>
            <a:lvl4pPr marL="2438293" indent="0">
              <a:buNone/>
              <a:defRPr sz="3555"/>
            </a:lvl4pPr>
            <a:lvl5pPr marL="3251058" indent="0">
              <a:buNone/>
              <a:defRPr sz="3555"/>
            </a:lvl5pPr>
            <a:lvl6pPr marL="4063822" indent="0">
              <a:buNone/>
              <a:defRPr sz="3555"/>
            </a:lvl6pPr>
            <a:lvl7pPr marL="4876587" indent="0">
              <a:buNone/>
              <a:defRPr sz="3555"/>
            </a:lvl7pPr>
            <a:lvl8pPr marL="5689351" indent="0">
              <a:buNone/>
              <a:defRPr sz="3555"/>
            </a:lvl8pPr>
            <a:lvl9pPr marL="6502116" indent="0">
              <a:buNone/>
              <a:defRPr sz="355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2921" y="3657600"/>
            <a:ext cx="6990473" cy="6776156"/>
          </a:xfrm>
        </p:spPr>
        <p:txBody>
          <a:bodyPr/>
          <a:lstStyle>
            <a:lvl1pPr marL="0" indent="0">
              <a:buNone/>
              <a:defRPr sz="2844"/>
            </a:lvl1pPr>
            <a:lvl2pPr marL="812764" indent="0">
              <a:buNone/>
              <a:defRPr sz="2489"/>
            </a:lvl2pPr>
            <a:lvl3pPr marL="1625529" indent="0">
              <a:buNone/>
              <a:defRPr sz="2133"/>
            </a:lvl3pPr>
            <a:lvl4pPr marL="2438293" indent="0">
              <a:buNone/>
              <a:defRPr sz="1778"/>
            </a:lvl4pPr>
            <a:lvl5pPr marL="3251058" indent="0">
              <a:buNone/>
              <a:defRPr sz="1778"/>
            </a:lvl5pPr>
            <a:lvl6pPr marL="4063822" indent="0">
              <a:buNone/>
              <a:defRPr sz="1778"/>
            </a:lvl6pPr>
            <a:lvl7pPr marL="4876587" indent="0">
              <a:buNone/>
              <a:defRPr sz="1778"/>
            </a:lvl7pPr>
            <a:lvl8pPr marL="5689351" indent="0">
              <a:buNone/>
              <a:defRPr sz="1778"/>
            </a:lvl8pPr>
            <a:lvl9pPr marL="6502116" indent="0">
              <a:buNone/>
              <a:defRPr sz="177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7589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926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510555" y="649111"/>
            <a:ext cx="4673486" cy="1033215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90097" y="649111"/>
            <a:ext cx="13749531" cy="1033215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907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90097" y="649112"/>
            <a:ext cx="18693944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0097" y="3245556"/>
            <a:ext cx="18693944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90097" y="11300179"/>
            <a:ext cx="4876681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79558" y="11300179"/>
            <a:ext cx="7315022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307360" y="11300179"/>
            <a:ext cx="4876681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667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625529" rtl="0" eaLnBrk="1" latinLnBrk="0" hangingPunct="1">
        <a:lnSpc>
          <a:spcPct val="90000"/>
        </a:lnSpc>
        <a:spcBef>
          <a:spcPct val="0"/>
        </a:spcBef>
        <a:buNone/>
        <a:defRPr sz="782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6382" indent="-406382" algn="l" defTabSz="1625529" rtl="0" eaLnBrk="1" latinLnBrk="0" hangingPunct="1">
        <a:lnSpc>
          <a:spcPct val="90000"/>
        </a:lnSpc>
        <a:spcBef>
          <a:spcPts val="1778"/>
        </a:spcBef>
        <a:buFont typeface="Arial" panose="020B0604020202020204" pitchFamily="34" charset="0"/>
        <a:buChar char="•"/>
        <a:defRPr sz="4978" kern="1200">
          <a:solidFill>
            <a:schemeClr val="tx1"/>
          </a:solidFill>
          <a:latin typeface="+mn-lt"/>
          <a:ea typeface="+mn-ea"/>
          <a:cs typeface="+mn-cs"/>
        </a:defRPr>
      </a:lvl1pPr>
      <a:lvl2pPr marL="1219147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4266" kern="1200">
          <a:solidFill>
            <a:schemeClr val="tx1"/>
          </a:solidFill>
          <a:latin typeface="+mn-lt"/>
          <a:ea typeface="+mn-ea"/>
          <a:cs typeface="+mn-cs"/>
        </a:defRPr>
      </a:lvl2pPr>
      <a:lvl3pPr marL="2031911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555" kern="1200">
          <a:solidFill>
            <a:schemeClr val="tx1"/>
          </a:solidFill>
          <a:latin typeface="+mn-lt"/>
          <a:ea typeface="+mn-ea"/>
          <a:cs typeface="+mn-cs"/>
        </a:defRPr>
      </a:lvl3pPr>
      <a:lvl4pPr marL="2844676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40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470204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5282969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6095733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908498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2764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25529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38293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51058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63822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76587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689351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02116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07F73064-2B64-3BE6-B775-69F77C98965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38" r="13777"/>
          <a:stretch>
            <a:fillRect/>
          </a:stretch>
        </p:blipFill>
        <p:spPr>
          <a:xfrm>
            <a:off x="2441324" y="0"/>
            <a:ext cx="17238893" cy="12193200"/>
          </a:xfrm>
          <a:prstGeom prst="rect">
            <a:avLst/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4DE9E0AE-5B92-7A8F-4013-03A756E5E235}"/>
              </a:ext>
            </a:extLst>
          </p:cNvPr>
          <p:cNvSpPr/>
          <p:nvPr/>
        </p:nvSpPr>
        <p:spPr>
          <a:xfrm>
            <a:off x="16802100" y="125731"/>
            <a:ext cx="4754880" cy="192549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9F9266E-47DB-C6AD-D8AC-4D828A1197D5}"/>
              </a:ext>
            </a:extLst>
          </p:cNvPr>
          <p:cNvCxnSpPr/>
          <p:nvPr/>
        </p:nvCxnSpPr>
        <p:spPr>
          <a:xfrm>
            <a:off x="17342885" y="1646059"/>
            <a:ext cx="568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FA6A0E0-D8F2-5689-045E-1433834E7902}"/>
              </a:ext>
            </a:extLst>
          </p:cNvPr>
          <p:cNvCxnSpPr/>
          <p:nvPr/>
        </p:nvCxnSpPr>
        <p:spPr>
          <a:xfrm>
            <a:off x="17352815" y="1095779"/>
            <a:ext cx="568800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C7C07E9F-6E3E-852F-F673-9CD364D6EED4}"/>
              </a:ext>
            </a:extLst>
          </p:cNvPr>
          <p:cNvSpPr txBox="1"/>
          <p:nvPr/>
        </p:nvSpPr>
        <p:spPr>
          <a:xfrm>
            <a:off x="18347519" y="911113"/>
            <a:ext cx="1720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Motorway</a:t>
            </a:r>
            <a:endParaRPr lang="zh-CN" altLang="en-US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CD978F6-2E70-B560-E10B-9BD76546F656}"/>
              </a:ext>
            </a:extLst>
          </p:cNvPr>
          <p:cNvSpPr txBox="1"/>
          <p:nvPr/>
        </p:nvSpPr>
        <p:spPr>
          <a:xfrm>
            <a:off x="18347519" y="1466636"/>
            <a:ext cx="2143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Federal road</a:t>
            </a:r>
            <a:endParaRPr lang="zh-CN" altLang="en-US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8ACD125-15E7-C239-0D8F-1D29A7FE48AE}"/>
              </a:ext>
            </a:extLst>
          </p:cNvPr>
          <p:cNvSpPr txBox="1"/>
          <p:nvPr/>
        </p:nvSpPr>
        <p:spPr>
          <a:xfrm>
            <a:off x="18320006" y="355590"/>
            <a:ext cx="3354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Detectors on the federal road</a:t>
            </a:r>
            <a:endParaRPr lang="zh-CN" altLang="en-US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6D3F1A9-7AF2-A764-8756-DB678E0A05C0}"/>
              </a:ext>
            </a:extLst>
          </p:cNvPr>
          <p:cNvSpPr/>
          <p:nvPr/>
        </p:nvSpPr>
        <p:spPr>
          <a:xfrm>
            <a:off x="17467265" y="406518"/>
            <a:ext cx="320040" cy="317264"/>
          </a:xfrm>
          <a:prstGeom prst="ellipse">
            <a:avLst/>
          </a:prstGeom>
          <a:solidFill>
            <a:srgbClr val="3333C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9436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5716E-94AC-A769-18B7-961A51732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2BE36E2D-4DDD-9222-499E-158F19B894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38" r="13777"/>
          <a:stretch>
            <a:fillRect/>
          </a:stretch>
        </p:blipFill>
        <p:spPr>
          <a:xfrm>
            <a:off x="2441324" y="0"/>
            <a:ext cx="17238893" cy="12193200"/>
          </a:xfrm>
          <a:prstGeom prst="rect">
            <a:avLst/>
          </a:prstGeom>
        </p:spPr>
      </p:pic>
      <p:pic>
        <p:nvPicPr>
          <p:cNvPr id="7" name="图形 6" descr="城市 轮廓">
            <a:extLst>
              <a:ext uri="{FF2B5EF4-FFF2-40B4-BE49-F238E27FC236}">
                <a16:creationId xmlns:a16="http://schemas.microsoft.com/office/drawing/2014/main" id="{88A44777-D340-B427-3988-D051A70F52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39918" y="1940700"/>
            <a:ext cx="914400" cy="914400"/>
          </a:xfrm>
          <a:prstGeom prst="rect">
            <a:avLst/>
          </a:prstGeom>
        </p:spPr>
      </p:pic>
      <p:pic>
        <p:nvPicPr>
          <p:cNvPr id="13" name="图形 12" descr="水瓶座 纯色填充">
            <a:extLst>
              <a:ext uri="{FF2B5EF4-FFF2-40B4-BE49-F238E27FC236}">
                <a16:creationId xmlns:a16="http://schemas.microsoft.com/office/drawing/2014/main" id="{E46C7641-B89F-B696-9EC0-A21DED7BD4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18886" y="6415562"/>
            <a:ext cx="914400" cy="914400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83B7052C-4E73-B30A-7CAE-1D771558083A}"/>
              </a:ext>
            </a:extLst>
          </p:cNvPr>
          <p:cNvSpPr txBox="1"/>
          <p:nvPr/>
        </p:nvSpPr>
        <p:spPr>
          <a:xfrm>
            <a:off x="2512147" y="28551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Odelzhausen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2" name="图形 21" descr="城市 轮廓">
            <a:extLst>
              <a:ext uri="{FF2B5EF4-FFF2-40B4-BE49-F238E27FC236}">
                <a16:creationId xmlns:a16="http://schemas.microsoft.com/office/drawing/2014/main" id="{5DBDA9AD-BEAB-1099-98C6-8F9CAC9AEE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5718" y="3452000"/>
            <a:ext cx="914400" cy="914400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3B6E2D18-BABE-2A77-02F7-A16E77040DE8}"/>
              </a:ext>
            </a:extLst>
          </p:cNvPr>
          <p:cNvSpPr txBox="1"/>
          <p:nvPr/>
        </p:nvSpPr>
        <p:spPr>
          <a:xfrm>
            <a:off x="5737947" y="43664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</a:t>
            </a:r>
            <a:r>
              <a:rPr lang="de-DE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ul</a:t>
            </a:r>
            <a:r>
              <a:rPr lang="en-US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z</a:t>
            </a:r>
            <a:r>
              <a:rPr lang="de-DE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emoos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4" name="图形 23" descr="城市 轮廓">
            <a:extLst>
              <a:ext uri="{FF2B5EF4-FFF2-40B4-BE49-F238E27FC236}">
                <a16:creationId xmlns:a16="http://schemas.microsoft.com/office/drawing/2014/main" id="{8F985113-E823-787A-6799-27ACFEB688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97578" y="8265300"/>
            <a:ext cx="914400" cy="914400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C841F36C-37F2-25CD-D175-F92DC447B5D1}"/>
              </a:ext>
            </a:extLst>
          </p:cNvPr>
          <p:cNvSpPr txBox="1"/>
          <p:nvPr/>
        </p:nvSpPr>
        <p:spPr>
          <a:xfrm>
            <a:off x="8597578" y="91797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Olching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6" name="图形 25" descr="城市 轮廓">
            <a:extLst>
              <a:ext uri="{FF2B5EF4-FFF2-40B4-BE49-F238E27FC236}">
                <a16:creationId xmlns:a16="http://schemas.microsoft.com/office/drawing/2014/main" id="{05313C63-24AA-6FA4-3875-A289078107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10269" y="4472132"/>
            <a:ext cx="914400" cy="91440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7F8BAA88-07CD-BB9E-206D-B869C86E66FB}"/>
              </a:ext>
            </a:extLst>
          </p:cNvPr>
          <p:cNvSpPr txBox="1"/>
          <p:nvPr/>
        </p:nvSpPr>
        <p:spPr>
          <a:xfrm>
            <a:off x="12910269" y="5386532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Dachau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8" name="图形 27" descr="城市 轮廓">
            <a:extLst>
              <a:ext uri="{FF2B5EF4-FFF2-40B4-BE49-F238E27FC236}">
                <a16:creationId xmlns:a16="http://schemas.microsoft.com/office/drawing/2014/main" id="{58A04330-EA7C-7666-82DA-CFA1D55F9F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589018" y="6875868"/>
            <a:ext cx="914400" cy="914400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A549D400-FA52-59C8-D1AE-44214E4C1C8E}"/>
              </a:ext>
            </a:extLst>
          </p:cNvPr>
          <p:cNvSpPr txBox="1"/>
          <p:nvPr/>
        </p:nvSpPr>
        <p:spPr>
          <a:xfrm>
            <a:off x="14475547" y="77611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Karlsfeld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30" name="图形 29" descr="城市 轮廓">
            <a:extLst>
              <a:ext uri="{FF2B5EF4-FFF2-40B4-BE49-F238E27FC236}">
                <a16:creationId xmlns:a16="http://schemas.microsoft.com/office/drawing/2014/main" id="{DE19DFF2-7568-B710-2A39-7FFC0E0747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15518" y="9179700"/>
            <a:ext cx="914400" cy="914400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8183C6DF-7497-434B-49B8-A3719739AD5E}"/>
              </a:ext>
            </a:extLst>
          </p:cNvPr>
          <p:cNvSpPr txBox="1"/>
          <p:nvPr/>
        </p:nvSpPr>
        <p:spPr>
          <a:xfrm>
            <a:off x="10589347" y="10094100"/>
            <a:ext cx="1361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Gröbenzell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35" name="图形 34" descr="城市 轮廓">
            <a:extLst>
              <a:ext uri="{FF2B5EF4-FFF2-40B4-BE49-F238E27FC236}">
                <a16:creationId xmlns:a16="http://schemas.microsoft.com/office/drawing/2014/main" id="{5A626050-8B94-033F-44DD-BABA46C2CC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2960" y="9840100"/>
            <a:ext cx="914400" cy="914400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F8FB92BF-19AE-6150-F19C-F136E86A9AE7}"/>
              </a:ext>
            </a:extLst>
          </p:cNvPr>
          <p:cNvSpPr txBox="1"/>
          <p:nvPr/>
        </p:nvSpPr>
        <p:spPr>
          <a:xfrm>
            <a:off x="4558327" y="10569834"/>
            <a:ext cx="2359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Fürstenfeldbruck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39D6956-1FB3-3EB7-2EDC-97DD8838AD90}"/>
              </a:ext>
            </a:extLst>
          </p:cNvPr>
          <p:cNvSpPr txBox="1"/>
          <p:nvPr/>
        </p:nvSpPr>
        <p:spPr>
          <a:xfrm>
            <a:off x="7577506" y="7195402"/>
            <a:ext cx="214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Palsweiser</a:t>
            </a:r>
            <a:r>
              <a:rPr lang="en-US" altLang="zh-CN" dirty="0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Moos</a:t>
            </a:r>
            <a:endParaRPr lang="zh-CN" altLang="en-US" dirty="0">
              <a:solidFill>
                <a:srgbClr val="2869B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38" name="图形 37" descr="城市 轮廓">
            <a:extLst>
              <a:ext uri="{FF2B5EF4-FFF2-40B4-BE49-F238E27FC236}">
                <a16:creationId xmlns:a16="http://schemas.microsoft.com/office/drawing/2014/main" id="{ADF6CA61-B9AB-B0CD-8DB0-B33C9B00DD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03031" y="7380068"/>
            <a:ext cx="914400" cy="914400"/>
          </a:xfrm>
          <a:prstGeom prst="rect">
            <a:avLst/>
          </a:prstGeom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F4EE64AA-4028-6083-B663-6A8A443652AD}"/>
              </a:ext>
            </a:extLst>
          </p:cNvPr>
          <p:cNvSpPr txBox="1"/>
          <p:nvPr/>
        </p:nvSpPr>
        <p:spPr>
          <a:xfrm>
            <a:off x="12189560" y="82653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Gröbenried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CFB1FA8-4955-7233-C4BC-963034F07A47}"/>
              </a:ext>
            </a:extLst>
          </p:cNvPr>
          <p:cNvSpPr/>
          <p:nvPr/>
        </p:nvSpPr>
        <p:spPr>
          <a:xfrm>
            <a:off x="7328199" y="5327860"/>
            <a:ext cx="835485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A8</a:t>
            </a:r>
            <a:endParaRPr lang="zh-CN" altLang="en-U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7A21184-D27E-8C71-FB3A-BE686DF61170}"/>
              </a:ext>
            </a:extLst>
          </p:cNvPr>
          <p:cNvSpPr/>
          <p:nvPr/>
        </p:nvSpPr>
        <p:spPr>
          <a:xfrm>
            <a:off x="15641774" y="7988301"/>
            <a:ext cx="113685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A99</a:t>
            </a:r>
            <a:endParaRPr lang="zh-CN" altLang="en-U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B238CBA-47E4-9178-D00F-BA0018113EE2}"/>
              </a:ext>
            </a:extLst>
          </p:cNvPr>
          <p:cNvSpPr/>
          <p:nvPr/>
        </p:nvSpPr>
        <p:spPr>
          <a:xfrm>
            <a:off x="8015084" y="7755716"/>
            <a:ext cx="121058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B471</a:t>
            </a:r>
            <a:endParaRPr lang="zh-CN" alt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AB6D214-C99D-3023-1703-0BDE12F80012}"/>
              </a:ext>
            </a:extLst>
          </p:cNvPr>
          <p:cNvSpPr/>
          <p:nvPr/>
        </p:nvSpPr>
        <p:spPr>
          <a:xfrm>
            <a:off x="13331243" y="5898473"/>
            <a:ext cx="121058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B304</a:t>
            </a:r>
            <a:endParaRPr lang="zh-CN" alt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B63000C-A2B6-DA9F-5510-50708DD42F06}"/>
              </a:ext>
            </a:extLst>
          </p:cNvPr>
          <p:cNvSpPr/>
          <p:nvPr/>
        </p:nvSpPr>
        <p:spPr>
          <a:xfrm>
            <a:off x="17250859" y="4274067"/>
            <a:ext cx="113685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A92</a:t>
            </a:r>
            <a:endParaRPr lang="zh-CN" altLang="en-U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49" name="图形 48" descr="水瓶座 纯色填充">
            <a:extLst>
              <a:ext uri="{FF2B5EF4-FFF2-40B4-BE49-F238E27FC236}">
                <a16:creationId xmlns:a16="http://schemas.microsoft.com/office/drawing/2014/main" id="{9358C9E2-0D2D-6658-0CB1-A16723C555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17748" y="5777261"/>
            <a:ext cx="914400" cy="914400"/>
          </a:xfrm>
          <a:prstGeom prst="rect">
            <a:avLst/>
          </a:prstGeom>
        </p:spPr>
      </p:pic>
      <p:sp>
        <p:nvSpPr>
          <p:cNvPr id="50" name="文本框 49">
            <a:extLst>
              <a:ext uri="{FF2B5EF4-FFF2-40B4-BE49-F238E27FC236}">
                <a16:creationId xmlns:a16="http://schemas.microsoft.com/office/drawing/2014/main" id="{30D4FF42-A871-E830-380E-5FEA0A683122}"/>
              </a:ext>
            </a:extLst>
          </p:cNvPr>
          <p:cNvSpPr txBox="1"/>
          <p:nvPr/>
        </p:nvSpPr>
        <p:spPr>
          <a:xfrm>
            <a:off x="15276368" y="6557101"/>
            <a:ext cx="214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Dachauer Moos</a:t>
            </a:r>
            <a:endParaRPr lang="zh-CN" altLang="en-US" dirty="0">
              <a:solidFill>
                <a:srgbClr val="2869B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51" name="图形 50" descr="水瓶座 纯色填充">
            <a:extLst>
              <a:ext uri="{FF2B5EF4-FFF2-40B4-BE49-F238E27FC236}">
                <a16:creationId xmlns:a16="http://schemas.microsoft.com/office/drawing/2014/main" id="{15F13E2A-AFC4-DC5E-74CC-7EC12D9FC0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84441" y="6070428"/>
            <a:ext cx="914400" cy="914400"/>
          </a:xfrm>
          <a:prstGeom prst="rect">
            <a:avLst/>
          </a:prstGeom>
        </p:spPr>
      </p:pic>
      <p:sp>
        <p:nvSpPr>
          <p:cNvPr id="52" name="文本框 51">
            <a:extLst>
              <a:ext uri="{FF2B5EF4-FFF2-40B4-BE49-F238E27FC236}">
                <a16:creationId xmlns:a16="http://schemas.microsoft.com/office/drawing/2014/main" id="{5A4CF44E-6BB8-E2C7-EAD2-25365A4E34B6}"/>
              </a:ext>
            </a:extLst>
          </p:cNvPr>
          <p:cNvSpPr txBox="1"/>
          <p:nvPr/>
        </p:nvSpPr>
        <p:spPr>
          <a:xfrm>
            <a:off x="11843061" y="6850268"/>
            <a:ext cx="214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</a:t>
            </a:r>
            <a:r>
              <a:rPr lang="de-DE" altLang="zh-CN" dirty="0" err="1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röbenbach</a:t>
            </a:r>
            <a:r>
              <a:rPr lang="de-DE" altLang="zh-CN" dirty="0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Fluss</a:t>
            </a:r>
            <a:endParaRPr lang="zh-CN" altLang="en-US" dirty="0">
              <a:solidFill>
                <a:srgbClr val="2869B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4" name="图形 3" descr="城市 轮廓">
            <a:extLst>
              <a:ext uri="{FF2B5EF4-FFF2-40B4-BE49-F238E27FC236}">
                <a16:creationId xmlns:a16="http://schemas.microsoft.com/office/drawing/2014/main" id="{61D6CE44-A9ED-8F5D-BB52-F63258A68F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10731" y="8187732"/>
            <a:ext cx="914400" cy="9144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220A097-DB8D-F088-83B4-04ED37E787D9}"/>
              </a:ext>
            </a:extLst>
          </p:cNvPr>
          <p:cNvSpPr txBox="1"/>
          <p:nvPr/>
        </p:nvSpPr>
        <p:spPr>
          <a:xfrm>
            <a:off x="5230808" y="8917466"/>
            <a:ext cx="1439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Maisach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6" name="图形 5" descr="城市 轮廓">
            <a:extLst>
              <a:ext uri="{FF2B5EF4-FFF2-40B4-BE49-F238E27FC236}">
                <a16:creationId xmlns:a16="http://schemas.microsoft.com/office/drawing/2014/main" id="{44B7C9C1-5C51-9F26-4F37-BB8EECD61A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8956" y="2211517"/>
            <a:ext cx="914400" cy="9144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CD53977-A481-D563-89DD-9477BE701B0A}"/>
              </a:ext>
            </a:extLst>
          </p:cNvPr>
          <p:cNvSpPr txBox="1"/>
          <p:nvPr/>
        </p:nvSpPr>
        <p:spPr>
          <a:xfrm>
            <a:off x="9393736" y="2941251"/>
            <a:ext cx="2359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Schwabhausen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9" name="图形 8" descr="城市 轮廓">
            <a:extLst>
              <a:ext uri="{FF2B5EF4-FFF2-40B4-BE49-F238E27FC236}">
                <a16:creationId xmlns:a16="http://schemas.microsoft.com/office/drawing/2014/main" id="{1F89C1D0-F7AB-98F1-72D2-BE49EEBED1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60097" y="523100"/>
            <a:ext cx="914400" cy="9144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BD438F6-1279-8179-3B90-0E1877CC1DE8}"/>
              </a:ext>
            </a:extLst>
          </p:cNvPr>
          <p:cNvSpPr txBox="1"/>
          <p:nvPr/>
        </p:nvSpPr>
        <p:spPr>
          <a:xfrm>
            <a:off x="7360097" y="1227299"/>
            <a:ext cx="2359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Erdweg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11" name="图形 10" descr="城市 轮廓">
            <a:extLst>
              <a:ext uri="{FF2B5EF4-FFF2-40B4-BE49-F238E27FC236}">
                <a16:creationId xmlns:a16="http://schemas.microsoft.com/office/drawing/2014/main" id="{130E63F6-AEE9-AD96-D81A-8B97868133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72337" y="6319148"/>
            <a:ext cx="914400" cy="9144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AB291DE0-D36F-0A7F-1E0A-5C6E55EEC730}"/>
              </a:ext>
            </a:extLst>
          </p:cNvPr>
          <p:cNvSpPr txBox="1"/>
          <p:nvPr/>
        </p:nvSpPr>
        <p:spPr>
          <a:xfrm>
            <a:off x="5965718" y="7048935"/>
            <a:ext cx="2359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Ü</a:t>
            </a:r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beracker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14" name="图形 13" descr="城市 轮廓">
            <a:extLst>
              <a:ext uri="{FF2B5EF4-FFF2-40B4-BE49-F238E27FC236}">
                <a16:creationId xmlns:a16="http://schemas.microsoft.com/office/drawing/2014/main" id="{97BC3893-7622-4B07-A07B-ADEB0C5A46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90292" y="4639371"/>
            <a:ext cx="914400" cy="9144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8D8448A8-519C-C42B-D8D3-42557B1D3204}"/>
              </a:ext>
            </a:extLst>
          </p:cNvPr>
          <p:cNvSpPr txBox="1"/>
          <p:nvPr/>
        </p:nvSpPr>
        <p:spPr>
          <a:xfrm>
            <a:off x="5890292" y="5369105"/>
            <a:ext cx="1230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Einsbach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3297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66D45-6D4A-D74A-9881-1A4717324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4052193B-C45B-C6DE-38A4-57DE7A9D7CF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59" r="13638"/>
          <a:stretch>
            <a:fillRect/>
          </a:stretch>
        </p:blipFill>
        <p:spPr>
          <a:xfrm>
            <a:off x="2183129" y="0"/>
            <a:ext cx="17636491" cy="12192000"/>
          </a:xfrm>
          <a:prstGeom prst="rect">
            <a:avLst/>
          </a:prstGeom>
        </p:spPr>
      </p:pic>
      <p:pic>
        <p:nvPicPr>
          <p:cNvPr id="7" name="图形 6" descr="城市 轮廓">
            <a:extLst>
              <a:ext uri="{FF2B5EF4-FFF2-40B4-BE49-F238E27FC236}">
                <a16:creationId xmlns:a16="http://schemas.microsoft.com/office/drawing/2014/main" id="{69043F27-0F23-2FA3-C1FC-15A9826971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39918" y="1940700"/>
            <a:ext cx="914400" cy="914400"/>
          </a:xfrm>
          <a:prstGeom prst="rect">
            <a:avLst/>
          </a:prstGeom>
        </p:spPr>
      </p:pic>
      <p:pic>
        <p:nvPicPr>
          <p:cNvPr id="13" name="图形 12" descr="水瓶座 纯色填充">
            <a:extLst>
              <a:ext uri="{FF2B5EF4-FFF2-40B4-BE49-F238E27FC236}">
                <a16:creationId xmlns:a16="http://schemas.microsoft.com/office/drawing/2014/main" id="{9D548E42-F537-B796-A8C3-91231AAA68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18886" y="6415562"/>
            <a:ext cx="914400" cy="914400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5C13B960-5DAF-8021-7603-D64619D4369B}"/>
              </a:ext>
            </a:extLst>
          </p:cNvPr>
          <p:cNvSpPr txBox="1"/>
          <p:nvPr/>
        </p:nvSpPr>
        <p:spPr>
          <a:xfrm>
            <a:off x="2512147" y="28551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Odelzhausen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2" name="图形 21" descr="城市 轮廓">
            <a:extLst>
              <a:ext uri="{FF2B5EF4-FFF2-40B4-BE49-F238E27FC236}">
                <a16:creationId xmlns:a16="http://schemas.microsoft.com/office/drawing/2014/main" id="{E83D022D-F254-E57E-C60F-335278E31F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5718" y="3452000"/>
            <a:ext cx="914400" cy="914400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4B342990-B0CA-CA34-B661-C22DA9784358}"/>
              </a:ext>
            </a:extLst>
          </p:cNvPr>
          <p:cNvSpPr txBox="1"/>
          <p:nvPr/>
        </p:nvSpPr>
        <p:spPr>
          <a:xfrm>
            <a:off x="5737947" y="43664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</a:t>
            </a:r>
            <a:r>
              <a:rPr lang="de-DE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ul</a:t>
            </a:r>
            <a:r>
              <a:rPr lang="en-US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z</a:t>
            </a:r>
            <a:r>
              <a:rPr lang="de-DE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emoos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4" name="图形 23" descr="城市 轮廓">
            <a:extLst>
              <a:ext uri="{FF2B5EF4-FFF2-40B4-BE49-F238E27FC236}">
                <a16:creationId xmlns:a16="http://schemas.microsoft.com/office/drawing/2014/main" id="{8357F3A4-5E12-161C-00B6-5847435A48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97578" y="8265300"/>
            <a:ext cx="914400" cy="914400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C57A8B30-77AC-8725-850A-1F9CC7C03E75}"/>
              </a:ext>
            </a:extLst>
          </p:cNvPr>
          <p:cNvSpPr txBox="1"/>
          <p:nvPr/>
        </p:nvSpPr>
        <p:spPr>
          <a:xfrm>
            <a:off x="8597578" y="91797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Olching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6" name="图形 25" descr="城市 轮廓">
            <a:extLst>
              <a:ext uri="{FF2B5EF4-FFF2-40B4-BE49-F238E27FC236}">
                <a16:creationId xmlns:a16="http://schemas.microsoft.com/office/drawing/2014/main" id="{9982F5BB-888A-904C-1603-0A65FBEAE4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10269" y="4472132"/>
            <a:ext cx="914400" cy="91440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0124A8D0-082B-1E08-C8BE-34BE45C94326}"/>
              </a:ext>
            </a:extLst>
          </p:cNvPr>
          <p:cNvSpPr txBox="1"/>
          <p:nvPr/>
        </p:nvSpPr>
        <p:spPr>
          <a:xfrm>
            <a:off x="12910269" y="5386532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Dachau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8" name="图形 27" descr="城市 轮廓">
            <a:extLst>
              <a:ext uri="{FF2B5EF4-FFF2-40B4-BE49-F238E27FC236}">
                <a16:creationId xmlns:a16="http://schemas.microsoft.com/office/drawing/2014/main" id="{8BB41BA6-C866-041C-BB56-06BBEDF23B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589018" y="6875868"/>
            <a:ext cx="914400" cy="914400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6F34B44B-3411-4460-93C2-4536920CF39A}"/>
              </a:ext>
            </a:extLst>
          </p:cNvPr>
          <p:cNvSpPr txBox="1"/>
          <p:nvPr/>
        </p:nvSpPr>
        <p:spPr>
          <a:xfrm>
            <a:off x="14475547" y="77611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Karlsfeld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30" name="图形 29" descr="城市 轮廓">
            <a:extLst>
              <a:ext uri="{FF2B5EF4-FFF2-40B4-BE49-F238E27FC236}">
                <a16:creationId xmlns:a16="http://schemas.microsoft.com/office/drawing/2014/main" id="{6F39B48D-E6FA-9529-C47E-BB0C0157E6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15518" y="9179700"/>
            <a:ext cx="914400" cy="914400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B5AD9774-AF48-A9E2-3557-478F71B5969F}"/>
              </a:ext>
            </a:extLst>
          </p:cNvPr>
          <p:cNvSpPr txBox="1"/>
          <p:nvPr/>
        </p:nvSpPr>
        <p:spPr>
          <a:xfrm>
            <a:off x="10589347" y="10094100"/>
            <a:ext cx="1361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Gröbenzell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35" name="图形 34" descr="城市 轮廓">
            <a:extLst>
              <a:ext uri="{FF2B5EF4-FFF2-40B4-BE49-F238E27FC236}">
                <a16:creationId xmlns:a16="http://schemas.microsoft.com/office/drawing/2014/main" id="{F107D434-17E9-8803-0B3F-67F096266F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2960" y="9840100"/>
            <a:ext cx="914400" cy="914400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0C67B593-849E-FB2B-2486-333834A8923A}"/>
              </a:ext>
            </a:extLst>
          </p:cNvPr>
          <p:cNvSpPr txBox="1"/>
          <p:nvPr/>
        </p:nvSpPr>
        <p:spPr>
          <a:xfrm>
            <a:off x="4558327" y="10569834"/>
            <a:ext cx="2359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Fürstenfeldbruck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42A3CE7-A742-AABE-BE92-E6FBF52D684C}"/>
              </a:ext>
            </a:extLst>
          </p:cNvPr>
          <p:cNvSpPr txBox="1"/>
          <p:nvPr/>
        </p:nvSpPr>
        <p:spPr>
          <a:xfrm>
            <a:off x="7577506" y="7195402"/>
            <a:ext cx="214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Palsweiser</a:t>
            </a:r>
            <a:r>
              <a:rPr lang="en-US" altLang="zh-CN" dirty="0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Moos</a:t>
            </a:r>
            <a:endParaRPr lang="zh-CN" altLang="en-US" dirty="0">
              <a:solidFill>
                <a:srgbClr val="2869B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38" name="图形 37" descr="城市 轮廓">
            <a:extLst>
              <a:ext uri="{FF2B5EF4-FFF2-40B4-BE49-F238E27FC236}">
                <a16:creationId xmlns:a16="http://schemas.microsoft.com/office/drawing/2014/main" id="{1BF03668-36B5-073B-B078-CE8889F750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03031" y="7380068"/>
            <a:ext cx="914400" cy="914400"/>
          </a:xfrm>
          <a:prstGeom prst="rect">
            <a:avLst/>
          </a:prstGeom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D7A4BAC5-A13C-93EE-5748-BD5FE746C0BD}"/>
              </a:ext>
            </a:extLst>
          </p:cNvPr>
          <p:cNvSpPr txBox="1"/>
          <p:nvPr/>
        </p:nvSpPr>
        <p:spPr>
          <a:xfrm>
            <a:off x="12189560" y="82653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Gröbenried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8CA05BD-C988-88E5-0D98-FD2383AFB4A1}"/>
              </a:ext>
            </a:extLst>
          </p:cNvPr>
          <p:cNvSpPr/>
          <p:nvPr/>
        </p:nvSpPr>
        <p:spPr>
          <a:xfrm>
            <a:off x="7328199" y="5327860"/>
            <a:ext cx="835485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A8</a:t>
            </a:r>
            <a:endParaRPr lang="zh-CN" altLang="en-U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FED4E1B-9687-7FAE-4E36-2D44A6AC6F50}"/>
              </a:ext>
            </a:extLst>
          </p:cNvPr>
          <p:cNvSpPr/>
          <p:nvPr/>
        </p:nvSpPr>
        <p:spPr>
          <a:xfrm>
            <a:off x="15641774" y="7988301"/>
            <a:ext cx="113685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A99</a:t>
            </a:r>
            <a:endParaRPr lang="zh-CN" altLang="en-U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D176ACC6-7BF9-FC1B-E5C5-990C3202B53A}"/>
              </a:ext>
            </a:extLst>
          </p:cNvPr>
          <p:cNvSpPr/>
          <p:nvPr/>
        </p:nvSpPr>
        <p:spPr>
          <a:xfrm>
            <a:off x="8015084" y="7755716"/>
            <a:ext cx="121058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B471</a:t>
            </a:r>
            <a:endParaRPr lang="zh-CN" alt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CBE1E86-F9F2-CA87-0B52-B65A0EFFC1AF}"/>
              </a:ext>
            </a:extLst>
          </p:cNvPr>
          <p:cNvSpPr/>
          <p:nvPr/>
        </p:nvSpPr>
        <p:spPr>
          <a:xfrm>
            <a:off x="13331243" y="5898473"/>
            <a:ext cx="121058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B304</a:t>
            </a:r>
            <a:endParaRPr lang="zh-CN" alt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7B8A19D-1AD7-2A6B-D726-75298359AD07}"/>
              </a:ext>
            </a:extLst>
          </p:cNvPr>
          <p:cNvSpPr/>
          <p:nvPr/>
        </p:nvSpPr>
        <p:spPr>
          <a:xfrm>
            <a:off x="17250859" y="4274067"/>
            <a:ext cx="113685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A92</a:t>
            </a:r>
            <a:endParaRPr lang="zh-CN" altLang="en-U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49" name="图形 48" descr="水瓶座 纯色填充">
            <a:extLst>
              <a:ext uri="{FF2B5EF4-FFF2-40B4-BE49-F238E27FC236}">
                <a16:creationId xmlns:a16="http://schemas.microsoft.com/office/drawing/2014/main" id="{B39A4AF6-026C-5B48-F5B2-394BC55043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17748" y="5777261"/>
            <a:ext cx="914400" cy="914400"/>
          </a:xfrm>
          <a:prstGeom prst="rect">
            <a:avLst/>
          </a:prstGeom>
        </p:spPr>
      </p:pic>
      <p:sp>
        <p:nvSpPr>
          <p:cNvPr id="50" name="文本框 49">
            <a:extLst>
              <a:ext uri="{FF2B5EF4-FFF2-40B4-BE49-F238E27FC236}">
                <a16:creationId xmlns:a16="http://schemas.microsoft.com/office/drawing/2014/main" id="{BB9A8514-0797-861C-8C38-30E32A3B719E}"/>
              </a:ext>
            </a:extLst>
          </p:cNvPr>
          <p:cNvSpPr txBox="1"/>
          <p:nvPr/>
        </p:nvSpPr>
        <p:spPr>
          <a:xfrm>
            <a:off x="15276368" y="6557101"/>
            <a:ext cx="214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Dachauer Moos</a:t>
            </a:r>
            <a:endParaRPr lang="zh-CN" altLang="en-US" dirty="0">
              <a:solidFill>
                <a:srgbClr val="2869B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51" name="图形 50" descr="水瓶座 纯色填充">
            <a:extLst>
              <a:ext uri="{FF2B5EF4-FFF2-40B4-BE49-F238E27FC236}">
                <a16:creationId xmlns:a16="http://schemas.microsoft.com/office/drawing/2014/main" id="{A60ABCD9-AAA2-A9AE-ED07-CBB968F5C1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84441" y="6070428"/>
            <a:ext cx="914400" cy="914400"/>
          </a:xfrm>
          <a:prstGeom prst="rect">
            <a:avLst/>
          </a:prstGeom>
        </p:spPr>
      </p:pic>
      <p:sp>
        <p:nvSpPr>
          <p:cNvPr id="52" name="文本框 51">
            <a:extLst>
              <a:ext uri="{FF2B5EF4-FFF2-40B4-BE49-F238E27FC236}">
                <a16:creationId xmlns:a16="http://schemas.microsoft.com/office/drawing/2014/main" id="{407D3BF7-0E91-D132-E987-E1E2EFBBF0DF}"/>
              </a:ext>
            </a:extLst>
          </p:cNvPr>
          <p:cNvSpPr txBox="1"/>
          <p:nvPr/>
        </p:nvSpPr>
        <p:spPr>
          <a:xfrm>
            <a:off x="11843061" y="6850268"/>
            <a:ext cx="214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</a:t>
            </a:r>
            <a:r>
              <a:rPr lang="de-DE" altLang="zh-CN" dirty="0" err="1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röbenbach</a:t>
            </a:r>
            <a:r>
              <a:rPr lang="de-DE" altLang="zh-CN" dirty="0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Fluss</a:t>
            </a:r>
            <a:endParaRPr lang="zh-CN" altLang="en-US" dirty="0">
              <a:solidFill>
                <a:srgbClr val="2869B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4" name="图形 3" descr="城市 轮廓">
            <a:extLst>
              <a:ext uri="{FF2B5EF4-FFF2-40B4-BE49-F238E27FC236}">
                <a16:creationId xmlns:a16="http://schemas.microsoft.com/office/drawing/2014/main" id="{14405B37-9E39-6C60-EDE7-BBDDB15604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10731" y="8187732"/>
            <a:ext cx="914400" cy="9144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0963EC0-CDBD-166B-B87C-BD66909A70BE}"/>
              </a:ext>
            </a:extLst>
          </p:cNvPr>
          <p:cNvSpPr txBox="1"/>
          <p:nvPr/>
        </p:nvSpPr>
        <p:spPr>
          <a:xfrm>
            <a:off x="5230808" y="8917466"/>
            <a:ext cx="1439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Maisach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6" name="图形 5" descr="城市 轮廓">
            <a:extLst>
              <a:ext uri="{FF2B5EF4-FFF2-40B4-BE49-F238E27FC236}">
                <a16:creationId xmlns:a16="http://schemas.microsoft.com/office/drawing/2014/main" id="{19D0AF6C-5E83-C9F3-F024-37708CBCC2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8956" y="2211517"/>
            <a:ext cx="914400" cy="9144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5124E27-5A90-8AC2-9BBE-7628E3B9EDE3}"/>
              </a:ext>
            </a:extLst>
          </p:cNvPr>
          <p:cNvSpPr txBox="1"/>
          <p:nvPr/>
        </p:nvSpPr>
        <p:spPr>
          <a:xfrm>
            <a:off x="9393736" y="2941251"/>
            <a:ext cx="2359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Schwabhausen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9" name="图形 8" descr="城市 轮廓">
            <a:extLst>
              <a:ext uri="{FF2B5EF4-FFF2-40B4-BE49-F238E27FC236}">
                <a16:creationId xmlns:a16="http://schemas.microsoft.com/office/drawing/2014/main" id="{10250A9D-6B50-36F3-3E90-FD04CCA4C7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60097" y="523100"/>
            <a:ext cx="914400" cy="9144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D7C944E-3EAA-517F-BD9A-7ECFD921BD88}"/>
              </a:ext>
            </a:extLst>
          </p:cNvPr>
          <p:cNvSpPr txBox="1"/>
          <p:nvPr/>
        </p:nvSpPr>
        <p:spPr>
          <a:xfrm>
            <a:off x="7360097" y="1227299"/>
            <a:ext cx="2359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Erdweg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11" name="图形 10" descr="城市 轮廓">
            <a:extLst>
              <a:ext uri="{FF2B5EF4-FFF2-40B4-BE49-F238E27FC236}">
                <a16:creationId xmlns:a16="http://schemas.microsoft.com/office/drawing/2014/main" id="{35E12D9D-204C-8415-3D44-4036DBD695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72337" y="6319148"/>
            <a:ext cx="914400" cy="9144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5E41778C-7359-8F38-25A6-47BB44F45F8C}"/>
              </a:ext>
            </a:extLst>
          </p:cNvPr>
          <p:cNvSpPr txBox="1"/>
          <p:nvPr/>
        </p:nvSpPr>
        <p:spPr>
          <a:xfrm>
            <a:off x="5965718" y="7048935"/>
            <a:ext cx="2359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Ü</a:t>
            </a:r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beracker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14" name="图形 13" descr="城市 轮廓">
            <a:extLst>
              <a:ext uri="{FF2B5EF4-FFF2-40B4-BE49-F238E27FC236}">
                <a16:creationId xmlns:a16="http://schemas.microsoft.com/office/drawing/2014/main" id="{55DB065F-DE8A-A227-C781-25D676F90E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90292" y="4639371"/>
            <a:ext cx="914400" cy="9144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90BEB9B8-E3A0-DDEB-062F-C4C5C584CE30}"/>
              </a:ext>
            </a:extLst>
          </p:cNvPr>
          <p:cNvSpPr txBox="1"/>
          <p:nvPr/>
        </p:nvSpPr>
        <p:spPr>
          <a:xfrm>
            <a:off x="5890292" y="5369105"/>
            <a:ext cx="1230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Einsbach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1320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AC5DA-D178-1C11-9635-6716F4CD0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E3ECFC24-5F49-417D-24AA-BFDF1657F03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328" y="0"/>
            <a:ext cx="16991481" cy="12192000"/>
          </a:xfrm>
          <a:prstGeom prst="rect">
            <a:avLst/>
          </a:prstGeom>
        </p:spPr>
      </p:pic>
      <p:pic>
        <p:nvPicPr>
          <p:cNvPr id="7" name="图形 6" descr="城市 轮廓">
            <a:extLst>
              <a:ext uri="{FF2B5EF4-FFF2-40B4-BE49-F238E27FC236}">
                <a16:creationId xmlns:a16="http://schemas.microsoft.com/office/drawing/2014/main" id="{92811580-9845-91BC-462E-209DD2901B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39918" y="1940700"/>
            <a:ext cx="914400" cy="914400"/>
          </a:xfrm>
          <a:prstGeom prst="rect">
            <a:avLst/>
          </a:prstGeom>
        </p:spPr>
      </p:pic>
      <p:pic>
        <p:nvPicPr>
          <p:cNvPr id="13" name="图形 12" descr="水瓶座 纯色填充">
            <a:extLst>
              <a:ext uri="{FF2B5EF4-FFF2-40B4-BE49-F238E27FC236}">
                <a16:creationId xmlns:a16="http://schemas.microsoft.com/office/drawing/2014/main" id="{E5FA1465-1223-3779-328E-0E5DBCF5AF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18886" y="6415562"/>
            <a:ext cx="914400" cy="914400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5E5C9975-2B6D-9ECB-CCCB-82C1B1811BF7}"/>
              </a:ext>
            </a:extLst>
          </p:cNvPr>
          <p:cNvSpPr txBox="1"/>
          <p:nvPr/>
        </p:nvSpPr>
        <p:spPr>
          <a:xfrm>
            <a:off x="2512147" y="28551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Odelzhausen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2" name="图形 21" descr="城市 轮廓">
            <a:extLst>
              <a:ext uri="{FF2B5EF4-FFF2-40B4-BE49-F238E27FC236}">
                <a16:creationId xmlns:a16="http://schemas.microsoft.com/office/drawing/2014/main" id="{9BAD253A-F8DD-8AD6-9264-9FC0522B7F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5718" y="3452000"/>
            <a:ext cx="914400" cy="914400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54709007-2A9B-ADFB-EE7C-8130096AA947}"/>
              </a:ext>
            </a:extLst>
          </p:cNvPr>
          <p:cNvSpPr txBox="1"/>
          <p:nvPr/>
        </p:nvSpPr>
        <p:spPr>
          <a:xfrm>
            <a:off x="5737947" y="43664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</a:t>
            </a:r>
            <a:r>
              <a:rPr lang="de-DE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ul</a:t>
            </a:r>
            <a:r>
              <a:rPr lang="en-US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z</a:t>
            </a:r>
            <a:r>
              <a:rPr lang="de-DE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emoos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4" name="图形 23" descr="城市 轮廓">
            <a:extLst>
              <a:ext uri="{FF2B5EF4-FFF2-40B4-BE49-F238E27FC236}">
                <a16:creationId xmlns:a16="http://schemas.microsoft.com/office/drawing/2014/main" id="{1F302DBB-F1F4-6CAA-C3FB-59534DB627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97578" y="8265300"/>
            <a:ext cx="914400" cy="914400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57A5B5A5-D141-E65F-4F36-098990EBBB18}"/>
              </a:ext>
            </a:extLst>
          </p:cNvPr>
          <p:cNvSpPr txBox="1"/>
          <p:nvPr/>
        </p:nvSpPr>
        <p:spPr>
          <a:xfrm>
            <a:off x="8597578" y="91797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Olching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6" name="图形 25" descr="城市 轮廓">
            <a:extLst>
              <a:ext uri="{FF2B5EF4-FFF2-40B4-BE49-F238E27FC236}">
                <a16:creationId xmlns:a16="http://schemas.microsoft.com/office/drawing/2014/main" id="{7DC11C33-C3B1-2D6D-7EA6-80099FF35C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10269" y="4472132"/>
            <a:ext cx="914400" cy="91440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D0673E2B-BBF4-C76D-926A-C715B5A6E36D}"/>
              </a:ext>
            </a:extLst>
          </p:cNvPr>
          <p:cNvSpPr txBox="1"/>
          <p:nvPr/>
        </p:nvSpPr>
        <p:spPr>
          <a:xfrm>
            <a:off x="12910269" y="5386532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Dachau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8" name="图形 27" descr="城市 轮廓">
            <a:extLst>
              <a:ext uri="{FF2B5EF4-FFF2-40B4-BE49-F238E27FC236}">
                <a16:creationId xmlns:a16="http://schemas.microsoft.com/office/drawing/2014/main" id="{AB01DBBC-660C-1218-94D8-08E2CCFB6E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589018" y="6875868"/>
            <a:ext cx="914400" cy="914400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8E98D723-5A34-0FF2-6F4B-7474DED0478E}"/>
              </a:ext>
            </a:extLst>
          </p:cNvPr>
          <p:cNvSpPr txBox="1"/>
          <p:nvPr/>
        </p:nvSpPr>
        <p:spPr>
          <a:xfrm>
            <a:off x="14475547" y="77611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Karlsfeld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30" name="图形 29" descr="城市 轮廓">
            <a:extLst>
              <a:ext uri="{FF2B5EF4-FFF2-40B4-BE49-F238E27FC236}">
                <a16:creationId xmlns:a16="http://schemas.microsoft.com/office/drawing/2014/main" id="{D6DEE3C2-663F-FC49-E522-8FAF32D9FC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15518" y="9179700"/>
            <a:ext cx="914400" cy="914400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ECE3A7F0-A939-EA49-F21E-212EB6F744D6}"/>
              </a:ext>
            </a:extLst>
          </p:cNvPr>
          <p:cNvSpPr txBox="1"/>
          <p:nvPr/>
        </p:nvSpPr>
        <p:spPr>
          <a:xfrm>
            <a:off x="10589347" y="10094100"/>
            <a:ext cx="1361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Gröbenzell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35" name="图形 34" descr="城市 轮廓">
            <a:extLst>
              <a:ext uri="{FF2B5EF4-FFF2-40B4-BE49-F238E27FC236}">
                <a16:creationId xmlns:a16="http://schemas.microsoft.com/office/drawing/2014/main" id="{A93987C4-F076-EF93-403F-5030D61336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2960" y="9840100"/>
            <a:ext cx="914400" cy="914400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51BDFAB7-12A3-4B7D-134B-918D385A21D1}"/>
              </a:ext>
            </a:extLst>
          </p:cNvPr>
          <p:cNvSpPr txBox="1"/>
          <p:nvPr/>
        </p:nvSpPr>
        <p:spPr>
          <a:xfrm>
            <a:off x="4558327" y="10569834"/>
            <a:ext cx="2359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Fürstenfeldbruck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E39242A-124E-7973-F08F-452588A793F1}"/>
              </a:ext>
            </a:extLst>
          </p:cNvPr>
          <p:cNvSpPr txBox="1"/>
          <p:nvPr/>
        </p:nvSpPr>
        <p:spPr>
          <a:xfrm>
            <a:off x="7577506" y="7195402"/>
            <a:ext cx="214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Palsweiser</a:t>
            </a:r>
            <a:r>
              <a:rPr lang="en-US" altLang="zh-CN" dirty="0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Moos</a:t>
            </a:r>
            <a:endParaRPr lang="zh-CN" altLang="en-US" dirty="0">
              <a:solidFill>
                <a:srgbClr val="2869B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38" name="图形 37" descr="城市 轮廓">
            <a:extLst>
              <a:ext uri="{FF2B5EF4-FFF2-40B4-BE49-F238E27FC236}">
                <a16:creationId xmlns:a16="http://schemas.microsoft.com/office/drawing/2014/main" id="{26586CDC-F753-E163-7FEB-A3994CC653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03031" y="7380068"/>
            <a:ext cx="914400" cy="914400"/>
          </a:xfrm>
          <a:prstGeom prst="rect">
            <a:avLst/>
          </a:prstGeom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973DEC90-53EC-FE21-6F56-7F486881B179}"/>
              </a:ext>
            </a:extLst>
          </p:cNvPr>
          <p:cNvSpPr txBox="1"/>
          <p:nvPr/>
        </p:nvSpPr>
        <p:spPr>
          <a:xfrm>
            <a:off x="12189560" y="82653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Gröbenried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598DA7F-D07B-14A5-A1CF-C6F762460723}"/>
              </a:ext>
            </a:extLst>
          </p:cNvPr>
          <p:cNvSpPr/>
          <p:nvPr/>
        </p:nvSpPr>
        <p:spPr>
          <a:xfrm>
            <a:off x="7328199" y="5327860"/>
            <a:ext cx="835485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A8</a:t>
            </a:r>
            <a:endParaRPr lang="zh-CN" altLang="en-U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0639758-50CE-B074-3DD6-7B18708A7511}"/>
              </a:ext>
            </a:extLst>
          </p:cNvPr>
          <p:cNvSpPr/>
          <p:nvPr/>
        </p:nvSpPr>
        <p:spPr>
          <a:xfrm>
            <a:off x="15641774" y="7988301"/>
            <a:ext cx="113685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A99</a:t>
            </a:r>
            <a:endParaRPr lang="zh-CN" altLang="en-U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D9A71A0-9351-6AB2-AB07-F98759233ABC}"/>
              </a:ext>
            </a:extLst>
          </p:cNvPr>
          <p:cNvSpPr/>
          <p:nvPr/>
        </p:nvSpPr>
        <p:spPr>
          <a:xfrm>
            <a:off x="8015084" y="7755716"/>
            <a:ext cx="121058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B471</a:t>
            </a:r>
            <a:endParaRPr lang="zh-CN" alt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1036F32-6FB3-3887-9C57-FD9BDA71B740}"/>
              </a:ext>
            </a:extLst>
          </p:cNvPr>
          <p:cNvSpPr/>
          <p:nvPr/>
        </p:nvSpPr>
        <p:spPr>
          <a:xfrm>
            <a:off x="13331243" y="5898473"/>
            <a:ext cx="121058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B304</a:t>
            </a:r>
            <a:endParaRPr lang="zh-CN" alt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F342D92-5444-363B-CB87-FB36FAE1DCEC}"/>
              </a:ext>
            </a:extLst>
          </p:cNvPr>
          <p:cNvSpPr/>
          <p:nvPr/>
        </p:nvSpPr>
        <p:spPr>
          <a:xfrm>
            <a:off x="17250859" y="4274067"/>
            <a:ext cx="113685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A92</a:t>
            </a:r>
            <a:endParaRPr lang="zh-CN" altLang="en-U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49" name="图形 48" descr="水瓶座 纯色填充">
            <a:extLst>
              <a:ext uri="{FF2B5EF4-FFF2-40B4-BE49-F238E27FC236}">
                <a16:creationId xmlns:a16="http://schemas.microsoft.com/office/drawing/2014/main" id="{5348B2E9-6D03-B321-3EF1-BFDB2E19E0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17748" y="5777261"/>
            <a:ext cx="914400" cy="914400"/>
          </a:xfrm>
          <a:prstGeom prst="rect">
            <a:avLst/>
          </a:prstGeom>
        </p:spPr>
      </p:pic>
      <p:sp>
        <p:nvSpPr>
          <p:cNvPr id="50" name="文本框 49">
            <a:extLst>
              <a:ext uri="{FF2B5EF4-FFF2-40B4-BE49-F238E27FC236}">
                <a16:creationId xmlns:a16="http://schemas.microsoft.com/office/drawing/2014/main" id="{E7B12EFF-2FE4-1FDE-0C55-2B05A43801BC}"/>
              </a:ext>
            </a:extLst>
          </p:cNvPr>
          <p:cNvSpPr txBox="1"/>
          <p:nvPr/>
        </p:nvSpPr>
        <p:spPr>
          <a:xfrm>
            <a:off x="15276368" y="6557101"/>
            <a:ext cx="214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Dachauer Moos</a:t>
            </a:r>
            <a:endParaRPr lang="zh-CN" altLang="en-US" dirty="0">
              <a:solidFill>
                <a:srgbClr val="2869B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51" name="图形 50" descr="水瓶座 纯色填充">
            <a:extLst>
              <a:ext uri="{FF2B5EF4-FFF2-40B4-BE49-F238E27FC236}">
                <a16:creationId xmlns:a16="http://schemas.microsoft.com/office/drawing/2014/main" id="{47C5437C-C8B5-D130-6488-D77B0FE929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84441" y="6070428"/>
            <a:ext cx="914400" cy="914400"/>
          </a:xfrm>
          <a:prstGeom prst="rect">
            <a:avLst/>
          </a:prstGeom>
        </p:spPr>
      </p:pic>
      <p:sp>
        <p:nvSpPr>
          <p:cNvPr id="52" name="文本框 51">
            <a:extLst>
              <a:ext uri="{FF2B5EF4-FFF2-40B4-BE49-F238E27FC236}">
                <a16:creationId xmlns:a16="http://schemas.microsoft.com/office/drawing/2014/main" id="{ACDE14B5-4AEA-ECF9-2962-9B296B594437}"/>
              </a:ext>
            </a:extLst>
          </p:cNvPr>
          <p:cNvSpPr txBox="1"/>
          <p:nvPr/>
        </p:nvSpPr>
        <p:spPr>
          <a:xfrm>
            <a:off x="11843061" y="6850268"/>
            <a:ext cx="214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</a:t>
            </a:r>
            <a:r>
              <a:rPr lang="de-DE" altLang="zh-CN" dirty="0" err="1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röbenbach</a:t>
            </a:r>
            <a:r>
              <a:rPr lang="de-DE" altLang="zh-CN" dirty="0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Fluss</a:t>
            </a:r>
            <a:endParaRPr lang="zh-CN" altLang="en-US" dirty="0">
              <a:solidFill>
                <a:srgbClr val="2869B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4" name="图形 3" descr="城市 轮廓">
            <a:extLst>
              <a:ext uri="{FF2B5EF4-FFF2-40B4-BE49-F238E27FC236}">
                <a16:creationId xmlns:a16="http://schemas.microsoft.com/office/drawing/2014/main" id="{26796F0B-6468-4EE8-4D51-61969C8947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10731" y="8187732"/>
            <a:ext cx="914400" cy="9144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88DE33E-BA0A-C415-A72D-EBE505AEA5F9}"/>
              </a:ext>
            </a:extLst>
          </p:cNvPr>
          <p:cNvSpPr txBox="1"/>
          <p:nvPr/>
        </p:nvSpPr>
        <p:spPr>
          <a:xfrm>
            <a:off x="5230808" y="8917466"/>
            <a:ext cx="1439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Maisach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6" name="图形 5" descr="城市 轮廓">
            <a:extLst>
              <a:ext uri="{FF2B5EF4-FFF2-40B4-BE49-F238E27FC236}">
                <a16:creationId xmlns:a16="http://schemas.microsoft.com/office/drawing/2014/main" id="{33FDEF87-3998-8857-22E2-4ED72255B5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8956" y="2211517"/>
            <a:ext cx="914400" cy="9144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90346B8-9D82-54DE-DD1C-97311E5180F9}"/>
              </a:ext>
            </a:extLst>
          </p:cNvPr>
          <p:cNvSpPr txBox="1"/>
          <p:nvPr/>
        </p:nvSpPr>
        <p:spPr>
          <a:xfrm>
            <a:off x="9393736" y="2941251"/>
            <a:ext cx="2359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Schwabhausen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9" name="图形 8" descr="城市 轮廓">
            <a:extLst>
              <a:ext uri="{FF2B5EF4-FFF2-40B4-BE49-F238E27FC236}">
                <a16:creationId xmlns:a16="http://schemas.microsoft.com/office/drawing/2014/main" id="{5D19FAF0-32C2-DE38-2B3C-D6CB3003AA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60097" y="523100"/>
            <a:ext cx="914400" cy="9144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124AB36A-67E8-F448-2B2F-850287226771}"/>
              </a:ext>
            </a:extLst>
          </p:cNvPr>
          <p:cNvSpPr txBox="1"/>
          <p:nvPr/>
        </p:nvSpPr>
        <p:spPr>
          <a:xfrm>
            <a:off x="7360097" y="1227299"/>
            <a:ext cx="2359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Erdweg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11" name="图形 10" descr="城市 轮廓">
            <a:extLst>
              <a:ext uri="{FF2B5EF4-FFF2-40B4-BE49-F238E27FC236}">
                <a16:creationId xmlns:a16="http://schemas.microsoft.com/office/drawing/2014/main" id="{B659ACA7-7BA7-360D-1209-A9198DE917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72337" y="6319148"/>
            <a:ext cx="914400" cy="9144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AB582BCD-BEB5-4F71-CD3C-3877EF5C38D8}"/>
              </a:ext>
            </a:extLst>
          </p:cNvPr>
          <p:cNvSpPr txBox="1"/>
          <p:nvPr/>
        </p:nvSpPr>
        <p:spPr>
          <a:xfrm>
            <a:off x="5965718" y="7048935"/>
            <a:ext cx="2359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Ü</a:t>
            </a:r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beracker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14" name="图形 13" descr="城市 轮廓">
            <a:extLst>
              <a:ext uri="{FF2B5EF4-FFF2-40B4-BE49-F238E27FC236}">
                <a16:creationId xmlns:a16="http://schemas.microsoft.com/office/drawing/2014/main" id="{74E2FB16-7EE9-BF19-ACBF-1E3945DC52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90292" y="4639371"/>
            <a:ext cx="914400" cy="9144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57AC36E-47A0-DBD3-CA99-37C898145507}"/>
              </a:ext>
            </a:extLst>
          </p:cNvPr>
          <p:cNvSpPr txBox="1"/>
          <p:nvPr/>
        </p:nvSpPr>
        <p:spPr>
          <a:xfrm>
            <a:off x="5890292" y="5369105"/>
            <a:ext cx="1230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Einsbach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3010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174</TotalTime>
  <Words>99</Words>
  <Application>Microsoft Office PowerPoint</Application>
  <PresentationFormat>自定义</PresentationFormat>
  <Paragraphs>70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Arial Unicode MS</vt:lpstr>
      <vt:lpstr>等线</vt:lpstr>
      <vt:lpstr>Aptos</vt:lpstr>
      <vt:lpstr>Aptos Display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Ziyi Wu</dc:creator>
  <cp:lastModifiedBy>Ziyi Wu</cp:lastModifiedBy>
  <cp:revision>20</cp:revision>
  <dcterms:created xsi:type="dcterms:W3CDTF">2026-05-01T14:39:48Z</dcterms:created>
  <dcterms:modified xsi:type="dcterms:W3CDTF">2026-06-18T19:34:45Z</dcterms:modified>
</cp:coreProperties>
</file>