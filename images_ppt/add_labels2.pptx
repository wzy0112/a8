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64" r:id="rId2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9BF"/>
    <a:srgbClr val="3B933D"/>
    <a:srgbClr val="EDF3FE"/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96" y="18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1CF66-E576-39BB-3025-51E6FFC7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8CBB90-2999-EBBE-A0DF-702CA55C8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F9F9E3-237D-BC71-6678-8C4CB3B90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AF4BD2-396C-9B95-D90E-09838DBB9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240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8184-9A74-7742-ACEA-4C86C9FC0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97546AB2-18AF-A1F0-20E7-68B80BC946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8" y="0"/>
            <a:ext cx="1699148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E7DE79E0-025E-FB84-B213-01131B24C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93B40080-4C9A-0BF0-528B-B912D612C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1A8B4FB6-7730-C677-79CE-DD3610C6CE3E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CD889C47-3F40-A778-8064-8B3866039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78021E7-E669-C601-49F2-08C9012E4AC7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D1902A86-02AE-77F8-E166-83427B80C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E1F1709-C9FC-6A19-F15A-ACC4622FD852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288D14EB-E834-C131-2A47-CF932AAA6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A6E6065F-84BE-617C-91B2-2ECFAD40710F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2D930709-BC14-8F8C-2E4D-43A6931724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2B194F2-1227-3CD4-4F0B-7A5323D3BB38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BC3DA765-FF21-20D2-4139-88FC5891ED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00E2915B-1AB5-80FC-2D20-6F7262FF1055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DCD4954E-06D1-DC4E-EA59-F26BC98291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26E5D0AA-A127-1AD6-0B27-A5ACB3F70B00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F546B84-FBD4-D0CD-4510-B8F0ED82F496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5EBC6EBD-BC76-7200-9C28-381A91C82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EE1E62BA-4A3D-1F1B-38D6-DF02A42F835F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931143-F638-8AFC-ED9C-4D156F245487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29BF5C4-4D7F-EB37-DC20-692FF3F3A5B6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1A107B4-8922-5F35-C097-1ECCA5236F02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41B92D6-821B-99A7-E1BE-06124CBFABB5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DD8C7B-6016-8A96-EE79-CCB420610622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D0179A16-6676-D74E-91BF-D2472BC62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2A1C41D7-F837-FA60-FE56-13587FC58CDD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AF8CBE4A-29CC-6B55-0F70-0D69E9141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79940B60-1036-3C67-9C26-302333C92466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4" name="图形 3" descr="城市 轮廓">
            <a:extLst>
              <a:ext uri="{FF2B5EF4-FFF2-40B4-BE49-F238E27FC236}">
                <a16:creationId xmlns:a16="http://schemas.microsoft.com/office/drawing/2014/main" id="{AD9FE4E6-1BC8-34E5-3BE6-AD19ECF499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10731" y="8187732"/>
            <a:ext cx="914400" cy="9144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E8E3CD2-6300-F9A7-F0DF-B0468C24A078}"/>
              </a:ext>
            </a:extLst>
          </p:cNvPr>
          <p:cNvSpPr txBox="1"/>
          <p:nvPr/>
        </p:nvSpPr>
        <p:spPr>
          <a:xfrm>
            <a:off x="5230808" y="8917466"/>
            <a:ext cx="1439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Maisach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6" name="图形 5" descr="城市 轮廓">
            <a:extLst>
              <a:ext uri="{FF2B5EF4-FFF2-40B4-BE49-F238E27FC236}">
                <a16:creationId xmlns:a16="http://schemas.microsoft.com/office/drawing/2014/main" id="{F667F957-0929-90BF-A5FF-CF3D8A07E1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8956" y="2211517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59863BA-F16E-C583-920C-5898A0A277B8}"/>
              </a:ext>
            </a:extLst>
          </p:cNvPr>
          <p:cNvSpPr txBox="1"/>
          <p:nvPr/>
        </p:nvSpPr>
        <p:spPr>
          <a:xfrm>
            <a:off x="9393736" y="2941251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Schwabhausen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9" name="图形 8" descr="城市 轮廓">
            <a:extLst>
              <a:ext uri="{FF2B5EF4-FFF2-40B4-BE49-F238E27FC236}">
                <a16:creationId xmlns:a16="http://schemas.microsoft.com/office/drawing/2014/main" id="{96A74B37-1FF1-53E3-AC31-984D7BE45F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0097" y="523100"/>
            <a:ext cx="914400" cy="914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BBFF742-DBAA-45CD-C55D-202A3CF723C8}"/>
              </a:ext>
            </a:extLst>
          </p:cNvPr>
          <p:cNvSpPr txBox="1"/>
          <p:nvPr/>
        </p:nvSpPr>
        <p:spPr>
          <a:xfrm>
            <a:off x="7360097" y="1227299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Erdweg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1" name="图形 10" descr="城市 轮廓">
            <a:extLst>
              <a:ext uri="{FF2B5EF4-FFF2-40B4-BE49-F238E27FC236}">
                <a16:creationId xmlns:a16="http://schemas.microsoft.com/office/drawing/2014/main" id="{79432F82-C609-28FA-70B6-C95D13C81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2337" y="6319148"/>
            <a:ext cx="914400" cy="9144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105EFFD-76BB-78BD-77AF-7EF8787C10EE}"/>
              </a:ext>
            </a:extLst>
          </p:cNvPr>
          <p:cNvSpPr txBox="1"/>
          <p:nvPr/>
        </p:nvSpPr>
        <p:spPr>
          <a:xfrm>
            <a:off x="5965718" y="7048935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Ü</a:t>
            </a:r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beracker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4" name="图形 13" descr="城市 轮廓">
            <a:extLst>
              <a:ext uri="{FF2B5EF4-FFF2-40B4-BE49-F238E27FC236}">
                <a16:creationId xmlns:a16="http://schemas.microsoft.com/office/drawing/2014/main" id="{3FE5416A-429E-0A2A-C5B1-64FDC8DB6D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0292" y="4639371"/>
            <a:ext cx="914400" cy="9144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B5ADD05-1F7D-1715-301B-154A40E97FF8}"/>
              </a:ext>
            </a:extLst>
          </p:cNvPr>
          <p:cNvSpPr txBox="1"/>
          <p:nvPr/>
        </p:nvSpPr>
        <p:spPr>
          <a:xfrm>
            <a:off x="5890292" y="5369105"/>
            <a:ext cx="1230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Einsbach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EE723B1-BF15-399B-DA50-34E7FFCE1214}"/>
              </a:ext>
            </a:extLst>
          </p:cNvPr>
          <p:cNvSpPr/>
          <p:nvPr/>
        </p:nvSpPr>
        <p:spPr>
          <a:xfrm>
            <a:off x="18150840" y="245168"/>
            <a:ext cx="3406140" cy="253506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形 17" descr="城市 轮廓">
            <a:extLst>
              <a:ext uri="{FF2B5EF4-FFF2-40B4-BE49-F238E27FC236}">
                <a16:creationId xmlns:a16="http://schemas.microsoft.com/office/drawing/2014/main" id="{CC33604C-7364-A952-3C24-1D8299FF3E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37626" y="363727"/>
            <a:ext cx="569376" cy="569376"/>
          </a:xfrm>
          <a:prstGeom prst="rect">
            <a:avLst/>
          </a:prstGeom>
        </p:spPr>
      </p:pic>
      <p:pic>
        <p:nvPicPr>
          <p:cNvPr id="20" name="图形 19" descr="水瓶座 纯色填充">
            <a:extLst>
              <a:ext uri="{FF2B5EF4-FFF2-40B4-BE49-F238E27FC236}">
                <a16:creationId xmlns:a16="http://schemas.microsoft.com/office/drawing/2014/main" id="{98A3C6D7-C76A-4173-C83B-DBBFBE8FD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37626" y="1014032"/>
            <a:ext cx="569376" cy="569376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504600CE-6D28-F28F-BC03-28F1B2EA515E}"/>
              </a:ext>
            </a:extLst>
          </p:cNvPr>
          <p:cNvSpPr txBox="1"/>
          <p:nvPr/>
        </p:nvSpPr>
        <p:spPr>
          <a:xfrm>
            <a:off x="19850571" y="439242"/>
            <a:ext cx="1116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Town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4FC7CE-4A53-0F3C-ED91-44F51C5ABF05}"/>
              </a:ext>
            </a:extLst>
          </p:cNvPr>
          <p:cNvSpPr txBox="1"/>
          <p:nvPr/>
        </p:nvSpPr>
        <p:spPr>
          <a:xfrm>
            <a:off x="19854992" y="1091682"/>
            <a:ext cx="162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Water body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5DE8DE66-64B5-73B8-12F8-3E0139A2958B}"/>
              </a:ext>
            </a:extLst>
          </p:cNvPr>
          <p:cNvCxnSpPr>
            <a:cxnSpLocks/>
          </p:cNvCxnSpPr>
          <p:nvPr/>
        </p:nvCxnSpPr>
        <p:spPr>
          <a:xfrm>
            <a:off x="18711061" y="2410488"/>
            <a:ext cx="56937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B07297A-3C0E-4D86-FD33-FD9531E02C6E}"/>
              </a:ext>
            </a:extLst>
          </p:cNvPr>
          <p:cNvCxnSpPr>
            <a:cxnSpLocks/>
          </p:cNvCxnSpPr>
          <p:nvPr/>
        </p:nvCxnSpPr>
        <p:spPr>
          <a:xfrm>
            <a:off x="18719032" y="1890848"/>
            <a:ext cx="5688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45FA1CBC-3F55-102D-30EC-B00FA4955F87}"/>
              </a:ext>
            </a:extLst>
          </p:cNvPr>
          <p:cNvSpPr txBox="1"/>
          <p:nvPr/>
        </p:nvSpPr>
        <p:spPr>
          <a:xfrm>
            <a:off x="19836927" y="1706182"/>
            <a:ext cx="172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Motorway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512E63B-6F75-2288-A29F-ACE0C95C6809}"/>
              </a:ext>
            </a:extLst>
          </p:cNvPr>
          <p:cNvSpPr txBox="1"/>
          <p:nvPr/>
        </p:nvSpPr>
        <p:spPr>
          <a:xfrm>
            <a:off x="19812030" y="2225822"/>
            <a:ext cx="2143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Federal road</a:t>
            </a:r>
            <a:endParaRPr lang="zh-CN" altLang="en-US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200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36</Words>
  <Application>Microsoft Office PowerPoint</Application>
  <PresentationFormat>自定义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20</cp:revision>
  <dcterms:created xsi:type="dcterms:W3CDTF">2026-05-01T14:39:48Z</dcterms:created>
  <dcterms:modified xsi:type="dcterms:W3CDTF">2026-06-18T19:24:26Z</dcterms:modified>
</cp:coreProperties>
</file>