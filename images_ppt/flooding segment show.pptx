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60" r:id="rId2"/>
    <p:sldId id="261" r:id="rId3"/>
    <p:sldId id="262" r:id="rId4"/>
    <p:sldId id="259" r:id="rId5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2" y="18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7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F469924-DBF9-A42C-72D5-3E880501D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"/>
            <a:ext cx="21674138" cy="12189322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BD78DA11-243E-F278-BB93-14F84516502E}"/>
              </a:ext>
            </a:extLst>
          </p:cNvPr>
          <p:cNvSpPr/>
          <p:nvPr/>
        </p:nvSpPr>
        <p:spPr>
          <a:xfrm>
            <a:off x="16363436" y="85148"/>
            <a:ext cx="5162112" cy="412109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 descr="城市 轮廓">
            <a:extLst>
              <a:ext uri="{FF2B5EF4-FFF2-40B4-BE49-F238E27FC236}">
                <a16:creationId xmlns:a16="http://schemas.microsoft.com/office/drawing/2014/main" id="{C61A428C-2CB9-9564-7C25-2DC92B95E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9028" y="405326"/>
            <a:ext cx="914400" cy="809284"/>
          </a:xfrm>
          <a:prstGeom prst="rect">
            <a:avLst/>
          </a:prstGeom>
        </p:spPr>
      </p:pic>
      <p:pic>
        <p:nvPicPr>
          <p:cNvPr id="4" name="图形 3" descr="水瓶座 纯色填充">
            <a:extLst>
              <a:ext uri="{FF2B5EF4-FFF2-40B4-BE49-F238E27FC236}">
                <a16:creationId xmlns:a16="http://schemas.microsoft.com/office/drawing/2014/main" id="{D9D40855-4F6C-646F-5464-7090BCE16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9028" y="1156290"/>
            <a:ext cx="914400" cy="8092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4C0BD5-9AE7-85E4-82BC-531555A7AAC1}"/>
              </a:ext>
            </a:extLst>
          </p:cNvPr>
          <p:cNvSpPr txBox="1"/>
          <p:nvPr/>
        </p:nvSpPr>
        <p:spPr>
          <a:xfrm>
            <a:off x="17601550" y="592130"/>
            <a:ext cx="111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Town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54A44F-A574-DCFE-B866-B34C4404B741}"/>
              </a:ext>
            </a:extLst>
          </p:cNvPr>
          <p:cNvSpPr txBox="1"/>
          <p:nvPr/>
        </p:nvSpPr>
        <p:spPr>
          <a:xfrm>
            <a:off x="17601549" y="1371526"/>
            <a:ext cx="1265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Water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B4615F-D0B4-8B4C-308F-3CCE64760E5F}"/>
              </a:ext>
            </a:extLst>
          </p:cNvPr>
          <p:cNvCxnSpPr>
            <a:cxnSpLocks/>
          </p:cNvCxnSpPr>
          <p:nvPr/>
        </p:nvCxnSpPr>
        <p:spPr>
          <a:xfrm>
            <a:off x="16573182" y="2981355"/>
            <a:ext cx="8001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7F3B496-DACB-F01C-956D-956C8A9F39CD}"/>
              </a:ext>
            </a:extLst>
          </p:cNvPr>
          <p:cNvCxnSpPr>
            <a:cxnSpLocks/>
          </p:cNvCxnSpPr>
          <p:nvPr/>
        </p:nvCxnSpPr>
        <p:spPr>
          <a:xfrm>
            <a:off x="16573182" y="2307117"/>
            <a:ext cx="8001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A4746F3-A74F-D2EE-6223-1F859F9EF0A3}"/>
              </a:ext>
            </a:extLst>
          </p:cNvPr>
          <p:cNvSpPr txBox="1"/>
          <p:nvPr/>
        </p:nvSpPr>
        <p:spPr>
          <a:xfrm>
            <a:off x="17601549" y="2041994"/>
            <a:ext cx="172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BD06EC-BC20-5AC3-8A89-3B76EED70E09}"/>
              </a:ext>
            </a:extLst>
          </p:cNvPr>
          <p:cNvSpPr txBox="1"/>
          <p:nvPr/>
        </p:nvSpPr>
        <p:spPr>
          <a:xfrm>
            <a:off x="17601549" y="2750523"/>
            <a:ext cx="214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4F951E3-4E8B-3DA8-5A41-23BA8FEEDA6E}"/>
              </a:ext>
            </a:extLst>
          </p:cNvPr>
          <p:cNvCxnSpPr>
            <a:cxnSpLocks/>
          </p:cNvCxnSpPr>
          <p:nvPr/>
        </p:nvCxnSpPr>
        <p:spPr>
          <a:xfrm>
            <a:off x="16573182" y="3674000"/>
            <a:ext cx="800100" cy="0"/>
          </a:xfrm>
          <a:prstGeom prst="line">
            <a:avLst/>
          </a:prstGeom>
          <a:ln w="76200">
            <a:solidFill>
              <a:srgbClr val="FA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275D53D-2118-ED72-D98D-9DD27CFA17CC}"/>
              </a:ext>
            </a:extLst>
          </p:cNvPr>
          <p:cNvSpPr txBox="1"/>
          <p:nvPr/>
        </p:nvSpPr>
        <p:spPr>
          <a:xfrm>
            <a:off x="17601548" y="3459052"/>
            <a:ext cx="39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Lightly flooding segment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541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B3E7E45-4D29-A494-449A-DA9C44DED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"/>
            <a:ext cx="21674138" cy="12189322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3150EAAD-9D95-6E44-A171-B1F196F797FC}"/>
              </a:ext>
            </a:extLst>
          </p:cNvPr>
          <p:cNvSpPr/>
          <p:nvPr/>
        </p:nvSpPr>
        <p:spPr>
          <a:xfrm>
            <a:off x="16363436" y="85148"/>
            <a:ext cx="5162112" cy="412109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 descr="城市 轮廓">
            <a:extLst>
              <a:ext uri="{FF2B5EF4-FFF2-40B4-BE49-F238E27FC236}">
                <a16:creationId xmlns:a16="http://schemas.microsoft.com/office/drawing/2014/main" id="{7C79350C-5DC5-3A26-11F5-EE0BA2A11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9028" y="405326"/>
            <a:ext cx="914400" cy="809284"/>
          </a:xfrm>
          <a:prstGeom prst="rect">
            <a:avLst/>
          </a:prstGeom>
        </p:spPr>
      </p:pic>
      <p:pic>
        <p:nvPicPr>
          <p:cNvPr id="4" name="图形 3" descr="水瓶座 纯色填充">
            <a:extLst>
              <a:ext uri="{FF2B5EF4-FFF2-40B4-BE49-F238E27FC236}">
                <a16:creationId xmlns:a16="http://schemas.microsoft.com/office/drawing/2014/main" id="{34D6E471-175C-FB6E-B51A-B2965D149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9028" y="1156290"/>
            <a:ext cx="914400" cy="8092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6E7842-C55A-7747-635A-6C52ECA9CB7B}"/>
              </a:ext>
            </a:extLst>
          </p:cNvPr>
          <p:cNvSpPr txBox="1"/>
          <p:nvPr/>
        </p:nvSpPr>
        <p:spPr>
          <a:xfrm>
            <a:off x="17601550" y="592130"/>
            <a:ext cx="111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Town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8C7876D-8B7A-0C90-6D9B-B2AD67376AD1}"/>
              </a:ext>
            </a:extLst>
          </p:cNvPr>
          <p:cNvSpPr txBox="1"/>
          <p:nvPr/>
        </p:nvSpPr>
        <p:spPr>
          <a:xfrm>
            <a:off x="17601549" y="1371526"/>
            <a:ext cx="1265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Water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9B5B33E-680A-1531-E9E4-AD30DB3942D7}"/>
              </a:ext>
            </a:extLst>
          </p:cNvPr>
          <p:cNvCxnSpPr>
            <a:cxnSpLocks/>
          </p:cNvCxnSpPr>
          <p:nvPr/>
        </p:nvCxnSpPr>
        <p:spPr>
          <a:xfrm>
            <a:off x="16573182" y="2981355"/>
            <a:ext cx="8001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92A47D5-1156-5953-D3DC-D92A6A7E4FA3}"/>
              </a:ext>
            </a:extLst>
          </p:cNvPr>
          <p:cNvCxnSpPr>
            <a:cxnSpLocks/>
          </p:cNvCxnSpPr>
          <p:nvPr/>
        </p:nvCxnSpPr>
        <p:spPr>
          <a:xfrm>
            <a:off x="16573182" y="2307117"/>
            <a:ext cx="8001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71DB406-854C-04DF-8C2C-BFE172E57A3B}"/>
              </a:ext>
            </a:extLst>
          </p:cNvPr>
          <p:cNvSpPr txBox="1"/>
          <p:nvPr/>
        </p:nvSpPr>
        <p:spPr>
          <a:xfrm>
            <a:off x="17601549" y="2041994"/>
            <a:ext cx="172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945D8C-A53C-DB1C-8DBE-12E32803C631}"/>
              </a:ext>
            </a:extLst>
          </p:cNvPr>
          <p:cNvSpPr txBox="1"/>
          <p:nvPr/>
        </p:nvSpPr>
        <p:spPr>
          <a:xfrm>
            <a:off x="17601549" y="2750523"/>
            <a:ext cx="214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630DEAA-B982-6872-32BF-73D88FBD9DA3}"/>
              </a:ext>
            </a:extLst>
          </p:cNvPr>
          <p:cNvCxnSpPr>
            <a:cxnSpLocks/>
          </p:cNvCxnSpPr>
          <p:nvPr/>
        </p:nvCxnSpPr>
        <p:spPr>
          <a:xfrm>
            <a:off x="16573182" y="3674000"/>
            <a:ext cx="800100" cy="0"/>
          </a:xfrm>
          <a:prstGeom prst="line">
            <a:avLst/>
          </a:prstGeom>
          <a:ln w="76200">
            <a:solidFill>
              <a:srgbClr val="FA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8EA243E-BEA5-AAD3-052A-D2E2ABCF3E14}"/>
              </a:ext>
            </a:extLst>
          </p:cNvPr>
          <p:cNvSpPr txBox="1"/>
          <p:nvPr/>
        </p:nvSpPr>
        <p:spPr>
          <a:xfrm>
            <a:off x="17601548" y="3459052"/>
            <a:ext cx="39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Moderate flooding segment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20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062528C-38EE-7EBB-C2E7-38A19BB93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9"/>
            <a:ext cx="21674138" cy="1218932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422669-2723-76D0-2CE7-F6AB495B6BA0}"/>
              </a:ext>
            </a:extLst>
          </p:cNvPr>
          <p:cNvSpPr/>
          <p:nvPr/>
        </p:nvSpPr>
        <p:spPr>
          <a:xfrm>
            <a:off x="16363436" y="85148"/>
            <a:ext cx="5162112" cy="412109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形 7" descr="城市 轮廓">
            <a:extLst>
              <a:ext uri="{FF2B5EF4-FFF2-40B4-BE49-F238E27FC236}">
                <a16:creationId xmlns:a16="http://schemas.microsoft.com/office/drawing/2014/main" id="{DF99CAC3-CFF5-0017-5B70-4EAD8550C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9028" y="405326"/>
            <a:ext cx="914400" cy="809284"/>
          </a:xfrm>
          <a:prstGeom prst="rect">
            <a:avLst/>
          </a:prstGeom>
        </p:spPr>
      </p:pic>
      <p:pic>
        <p:nvPicPr>
          <p:cNvPr id="9" name="图形 8" descr="水瓶座 纯色填充">
            <a:extLst>
              <a:ext uri="{FF2B5EF4-FFF2-40B4-BE49-F238E27FC236}">
                <a16:creationId xmlns:a16="http://schemas.microsoft.com/office/drawing/2014/main" id="{FF15C54D-1E53-90F5-FB23-3C3FF4E2E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19028" y="1156290"/>
            <a:ext cx="914400" cy="8092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113BC58-4CB8-8244-3298-C8180E06B3D8}"/>
              </a:ext>
            </a:extLst>
          </p:cNvPr>
          <p:cNvSpPr txBox="1"/>
          <p:nvPr/>
        </p:nvSpPr>
        <p:spPr>
          <a:xfrm>
            <a:off x="17601550" y="592130"/>
            <a:ext cx="1116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Town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A8224B-197A-85F7-E623-D65FED8397D3}"/>
              </a:ext>
            </a:extLst>
          </p:cNvPr>
          <p:cNvSpPr txBox="1"/>
          <p:nvPr/>
        </p:nvSpPr>
        <p:spPr>
          <a:xfrm>
            <a:off x="17601549" y="1371526"/>
            <a:ext cx="1265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Water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B30A174-3AFE-36A2-0695-0506428AB17C}"/>
              </a:ext>
            </a:extLst>
          </p:cNvPr>
          <p:cNvCxnSpPr>
            <a:cxnSpLocks/>
          </p:cNvCxnSpPr>
          <p:nvPr/>
        </p:nvCxnSpPr>
        <p:spPr>
          <a:xfrm>
            <a:off x="16573182" y="2981355"/>
            <a:ext cx="80010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862C822-4754-245D-31B6-9557AA543890}"/>
              </a:ext>
            </a:extLst>
          </p:cNvPr>
          <p:cNvCxnSpPr>
            <a:cxnSpLocks/>
          </p:cNvCxnSpPr>
          <p:nvPr/>
        </p:nvCxnSpPr>
        <p:spPr>
          <a:xfrm>
            <a:off x="16573182" y="2307117"/>
            <a:ext cx="8001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5377427-F88B-15DA-199A-46A91B921E72}"/>
              </a:ext>
            </a:extLst>
          </p:cNvPr>
          <p:cNvSpPr txBox="1"/>
          <p:nvPr/>
        </p:nvSpPr>
        <p:spPr>
          <a:xfrm>
            <a:off x="17601549" y="2041994"/>
            <a:ext cx="172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265871-71A5-C417-4290-CB3558745871}"/>
              </a:ext>
            </a:extLst>
          </p:cNvPr>
          <p:cNvSpPr txBox="1"/>
          <p:nvPr/>
        </p:nvSpPr>
        <p:spPr>
          <a:xfrm>
            <a:off x="17601549" y="2750523"/>
            <a:ext cx="214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6C314C2-B25E-B16B-4674-8862701C4376}"/>
              </a:ext>
            </a:extLst>
          </p:cNvPr>
          <p:cNvCxnSpPr>
            <a:cxnSpLocks/>
          </p:cNvCxnSpPr>
          <p:nvPr/>
        </p:nvCxnSpPr>
        <p:spPr>
          <a:xfrm>
            <a:off x="16573182" y="3674000"/>
            <a:ext cx="800100" cy="0"/>
          </a:xfrm>
          <a:prstGeom prst="line">
            <a:avLst/>
          </a:prstGeom>
          <a:ln w="76200">
            <a:solidFill>
              <a:srgbClr val="FA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8F3D2FD-16A9-A446-AC21-30EAE8B5B44F}"/>
              </a:ext>
            </a:extLst>
          </p:cNvPr>
          <p:cNvSpPr txBox="1"/>
          <p:nvPr/>
        </p:nvSpPr>
        <p:spPr>
          <a:xfrm>
            <a:off x="17601548" y="3459052"/>
            <a:ext cx="39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Severe flooding segment</a:t>
            </a:r>
            <a:endParaRPr lang="zh-CN" altLang="en-US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966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FEAB08B2-E33B-DF9D-3040-56046C5AD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C9569C3B-918A-8C18-F43B-024C117C1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3BC79F10-5DB8-2E63-94C4-B08D6EE64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7294" y="6289274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AD7380E-AF40-85F2-B0A8-710E38F6D302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36BB0E3B-0878-84F5-FB5D-2D19617A6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F0E9272-1D7C-8B64-7622-FBDC44A1292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42B8B07F-F31B-F224-D4CD-DD44F1EB7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CA5B6F5-FA5A-A68C-65B9-44A3424E4142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E6799475-238E-5AC5-36EC-57F9931AE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BA53F5A-03CD-BB09-2B35-3D7F4A2CB2FC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5C8E3A2E-2B6A-FDC7-012D-DB44E0755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896A0B2-39AB-760D-2544-FE1D2664FE84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48A5E689-F902-AA5B-CAE3-85E9E4748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FE42188-534B-6965-8B82-594E6B6CBB41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50A1D935-A06F-6565-B6CE-8995FBAA0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95422BE-F6E8-D294-3A32-552FB275874E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80A054-D21C-C5AE-C6AB-ECED474248BF}"/>
              </a:ext>
            </a:extLst>
          </p:cNvPr>
          <p:cNvSpPr txBox="1"/>
          <p:nvPr/>
        </p:nvSpPr>
        <p:spPr>
          <a:xfrm>
            <a:off x="7585914" y="7069114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DA61CAC2-EAF7-BDCD-0EB9-DD8E9A771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4EBB4991-5DEC-06F9-3BF6-83D1E106E9E5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B1D1EC-1E52-5A07-28B6-5EE829CDC603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A3E63E-01C6-C732-526A-22987DFE5BDC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7E49564-EE63-C427-1300-AB2DC008A271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6A5CB7-03CE-8503-21A3-401D807D1FCA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5D26B5C-DCBD-FCF2-DA34-320AF9DBC75B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3E2519BE-8CC2-79E7-2A54-5DBA96F2D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452C68B5-726B-9163-8B3D-5D53761F0DCE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709A625C-59ED-6B8C-7B5E-E65C424BD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1991" y="6343022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CFD47E5-683F-97C8-7C19-4D8337844345}"/>
              </a:ext>
            </a:extLst>
          </p:cNvPr>
          <p:cNvSpPr txBox="1"/>
          <p:nvPr/>
        </p:nvSpPr>
        <p:spPr>
          <a:xfrm>
            <a:off x="11870611" y="712286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43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48</Words>
  <Application>Microsoft Office PowerPoint</Application>
  <PresentationFormat>自定义</PresentationFormat>
  <Paragraphs>32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16</cp:revision>
  <dcterms:created xsi:type="dcterms:W3CDTF">2026-05-01T14:39:48Z</dcterms:created>
  <dcterms:modified xsi:type="dcterms:W3CDTF">2026-06-06T07:40:37Z</dcterms:modified>
</cp:coreProperties>
</file>