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9" r:id="rId2"/>
  </p:sldIdLst>
  <p:sldSz cx="2167413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9BF"/>
    <a:srgbClr val="3B933D"/>
    <a:srgbClr val="EDF3FE"/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2" y="18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10DD2-5876-42E3-A3DD-0DBA61638E81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04DD3B-5E3F-44B7-A010-21814BC01D5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0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04DD3B-5E3F-44B7-A010-21814BC01D5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57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612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9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82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82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8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5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19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55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91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91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58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926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FEAB08B2-E33B-DF9D-3040-56046C5AD2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328" y="0"/>
            <a:ext cx="16991481" cy="12192000"/>
          </a:xfrm>
          <a:prstGeom prst="rect">
            <a:avLst/>
          </a:prstGeom>
        </p:spPr>
      </p:pic>
      <p:pic>
        <p:nvPicPr>
          <p:cNvPr id="7" name="图形 6" descr="城市 轮廓">
            <a:extLst>
              <a:ext uri="{FF2B5EF4-FFF2-40B4-BE49-F238E27FC236}">
                <a16:creationId xmlns:a16="http://schemas.microsoft.com/office/drawing/2014/main" id="{C9569C3B-918A-8C18-F43B-024C117C1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9918" y="1940700"/>
            <a:ext cx="914400" cy="914400"/>
          </a:xfrm>
          <a:prstGeom prst="rect">
            <a:avLst/>
          </a:prstGeom>
        </p:spPr>
      </p:pic>
      <p:pic>
        <p:nvPicPr>
          <p:cNvPr id="13" name="图形 12" descr="水瓶座 纯色填充">
            <a:extLst>
              <a:ext uri="{FF2B5EF4-FFF2-40B4-BE49-F238E27FC236}">
                <a16:creationId xmlns:a16="http://schemas.microsoft.com/office/drawing/2014/main" id="{3BC79F10-5DB8-2E63-94C4-B08D6EE64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8886" y="6415562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EAD7380E-AF40-85F2-B0A8-710E38F6D302}"/>
              </a:ext>
            </a:extLst>
          </p:cNvPr>
          <p:cNvSpPr txBox="1"/>
          <p:nvPr/>
        </p:nvSpPr>
        <p:spPr>
          <a:xfrm>
            <a:off x="2512147" y="2855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Odelzhausen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2" name="图形 21" descr="城市 轮廓">
            <a:extLst>
              <a:ext uri="{FF2B5EF4-FFF2-40B4-BE49-F238E27FC236}">
                <a16:creationId xmlns:a16="http://schemas.microsoft.com/office/drawing/2014/main" id="{36BB0E3B-0878-84F5-FB5D-2D19617A6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5718" y="3452000"/>
            <a:ext cx="914400" cy="9144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7F0E9272-1D7C-8B64-7622-FBDC44A12927}"/>
              </a:ext>
            </a:extLst>
          </p:cNvPr>
          <p:cNvSpPr txBox="1"/>
          <p:nvPr/>
        </p:nvSpPr>
        <p:spPr>
          <a:xfrm>
            <a:off x="5737947" y="43664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ul</a:t>
            </a:r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</a:t>
            </a:r>
            <a:r>
              <a:rPr lang="de-DE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emoos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4" name="图形 23" descr="城市 轮廓">
            <a:extLst>
              <a:ext uri="{FF2B5EF4-FFF2-40B4-BE49-F238E27FC236}">
                <a16:creationId xmlns:a16="http://schemas.microsoft.com/office/drawing/2014/main" id="{42B8B07F-F31B-F224-D4CD-DD44F1EB7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578" y="8265300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7CA5B6F5-FA5A-A68C-65B9-44A3424E4142}"/>
              </a:ext>
            </a:extLst>
          </p:cNvPr>
          <p:cNvSpPr txBox="1"/>
          <p:nvPr/>
        </p:nvSpPr>
        <p:spPr>
          <a:xfrm>
            <a:off x="8597578" y="91797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Olching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6" name="图形 25" descr="城市 轮廓">
            <a:extLst>
              <a:ext uri="{FF2B5EF4-FFF2-40B4-BE49-F238E27FC236}">
                <a16:creationId xmlns:a16="http://schemas.microsoft.com/office/drawing/2014/main" id="{E6799475-238E-5AC5-36EC-57F9931AE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10269" y="4472132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BA53F5A-03CD-BB09-2B35-3D7F4A2CB2FC}"/>
              </a:ext>
            </a:extLst>
          </p:cNvPr>
          <p:cNvSpPr txBox="1"/>
          <p:nvPr/>
        </p:nvSpPr>
        <p:spPr>
          <a:xfrm>
            <a:off x="12910269" y="5386532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8" name="图形 27" descr="城市 轮廓">
            <a:extLst>
              <a:ext uri="{FF2B5EF4-FFF2-40B4-BE49-F238E27FC236}">
                <a16:creationId xmlns:a16="http://schemas.microsoft.com/office/drawing/2014/main" id="{5C8E3A2E-2B6A-FDC7-012D-DB44E0755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589018" y="6875868"/>
            <a:ext cx="914400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E896A0B2-39AB-760D-2544-FE1D2664FE84}"/>
              </a:ext>
            </a:extLst>
          </p:cNvPr>
          <p:cNvSpPr txBox="1"/>
          <p:nvPr/>
        </p:nvSpPr>
        <p:spPr>
          <a:xfrm>
            <a:off x="14475547" y="77611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Karlsfeld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0" name="图形 29" descr="城市 轮廓">
            <a:extLst>
              <a:ext uri="{FF2B5EF4-FFF2-40B4-BE49-F238E27FC236}">
                <a16:creationId xmlns:a16="http://schemas.microsoft.com/office/drawing/2014/main" id="{48A5E689-F902-AA5B-CAE3-85E9E4748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5518" y="9179700"/>
            <a:ext cx="914400" cy="9144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FE42188-534B-6965-8B82-594E6B6CBB41}"/>
              </a:ext>
            </a:extLst>
          </p:cNvPr>
          <p:cNvSpPr txBox="1"/>
          <p:nvPr/>
        </p:nvSpPr>
        <p:spPr>
          <a:xfrm>
            <a:off x="10589347" y="10094100"/>
            <a:ext cx="136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altLang="zh-CN" dirty="0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Gröbenzell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5" name="图形 34" descr="城市 轮廓">
            <a:extLst>
              <a:ext uri="{FF2B5EF4-FFF2-40B4-BE49-F238E27FC236}">
                <a16:creationId xmlns:a16="http://schemas.microsoft.com/office/drawing/2014/main" id="{50A1D935-A06F-6565-B6CE-8995FBAA0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2960" y="9840100"/>
            <a:ext cx="914400" cy="9144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95422BE-F6E8-D294-3A32-552FB275874E}"/>
              </a:ext>
            </a:extLst>
          </p:cNvPr>
          <p:cNvSpPr txBox="1"/>
          <p:nvPr/>
        </p:nvSpPr>
        <p:spPr>
          <a:xfrm>
            <a:off x="4558327" y="10569834"/>
            <a:ext cx="2359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Fürstenfeldbruck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80A054-D21C-C5AE-C6AB-ECED474248BF}"/>
              </a:ext>
            </a:extLst>
          </p:cNvPr>
          <p:cNvSpPr txBox="1"/>
          <p:nvPr/>
        </p:nvSpPr>
        <p:spPr>
          <a:xfrm>
            <a:off x="7577506" y="7195402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Palsweiser</a:t>
            </a:r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8" name="图形 37" descr="城市 轮廓">
            <a:extLst>
              <a:ext uri="{FF2B5EF4-FFF2-40B4-BE49-F238E27FC236}">
                <a16:creationId xmlns:a16="http://schemas.microsoft.com/office/drawing/2014/main" id="{DA61CAC2-EAF7-BDCD-0EB9-DD8E9A7711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3031" y="7380068"/>
            <a:ext cx="914400" cy="914400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4EBB4991-5DEC-06F9-3BF6-83D1E106E9E5}"/>
              </a:ext>
            </a:extLst>
          </p:cNvPr>
          <p:cNvSpPr txBox="1"/>
          <p:nvPr/>
        </p:nvSpPr>
        <p:spPr>
          <a:xfrm>
            <a:off x="12189560" y="8265300"/>
            <a:ext cx="1797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3B933D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Gröbenried</a:t>
            </a:r>
            <a:endParaRPr lang="zh-CN" altLang="en-US" dirty="0">
              <a:solidFill>
                <a:srgbClr val="3B933D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5B1D1EC-1E52-5A07-28B6-5EE829CDC603}"/>
              </a:ext>
            </a:extLst>
          </p:cNvPr>
          <p:cNvSpPr/>
          <p:nvPr/>
        </p:nvSpPr>
        <p:spPr>
          <a:xfrm>
            <a:off x="7328199" y="5327860"/>
            <a:ext cx="835485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A8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BA3E63E-01C6-C732-526A-22987DFE5BDC}"/>
              </a:ext>
            </a:extLst>
          </p:cNvPr>
          <p:cNvSpPr/>
          <p:nvPr/>
        </p:nvSpPr>
        <p:spPr>
          <a:xfrm>
            <a:off x="15641774" y="7988301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A99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7E49564-EE63-C427-1300-AB2DC008A271}"/>
              </a:ext>
            </a:extLst>
          </p:cNvPr>
          <p:cNvSpPr/>
          <p:nvPr/>
        </p:nvSpPr>
        <p:spPr>
          <a:xfrm>
            <a:off x="8015084" y="7755716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B471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6A5CB7-03CE-8503-21A3-401D807D1FCA}"/>
              </a:ext>
            </a:extLst>
          </p:cNvPr>
          <p:cNvSpPr/>
          <p:nvPr/>
        </p:nvSpPr>
        <p:spPr>
          <a:xfrm>
            <a:off x="13331243" y="5898473"/>
            <a:ext cx="121058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B304</a:t>
            </a:r>
            <a:endParaRPr lang="zh-CN" altLang="en-US" sz="3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5D26B5C-DCBD-FCF2-DA34-320AF9DBC75B}"/>
              </a:ext>
            </a:extLst>
          </p:cNvPr>
          <p:cNvSpPr/>
          <p:nvPr/>
        </p:nvSpPr>
        <p:spPr>
          <a:xfrm>
            <a:off x="17250859" y="4274067"/>
            <a:ext cx="113685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4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A92</a:t>
            </a:r>
            <a:endParaRPr lang="zh-CN" altLang="en-US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49" name="图形 48" descr="水瓶座 纯色填充">
            <a:extLst>
              <a:ext uri="{FF2B5EF4-FFF2-40B4-BE49-F238E27FC236}">
                <a16:creationId xmlns:a16="http://schemas.microsoft.com/office/drawing/2014/main" id="{3E2519BE-8CC2-79E7-2A54-5DBA96F2D2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17748" y="5777261"/>
            <a:ext cx="914400" cy="914400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452C68B5-726B-9163-8B3D-5D53761F0DCE}"/>
              </a:ext>
            </a:extLst>
          </p:cNvPr>
          <p:cNvSpPr txBox="1"/>
          <p:nvPr/>
        </p:nvSpPr>
        <p:spPr>
          <a:xfrm>
            <a:off x="15276368" y="6557101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Dachauer Moos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51" name="图形 50" descr="水瓶座 纯色填充">
            <a:extLst>
              <a:ext uri="{FF2B5EF4-FFF2-40B4-BE49-F238E27FC236}">
                <a16:creationId xmlns:a16="http://schemas.microsoft.com/office/drawing/2014/main" id="{709A625C-59ED-6B8C-7B5E-E65C424BD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84441" y="6070428"/>
            <a:ext cx="914400" cy="9144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CFD47E5-683F-97C8-7C19-4D8337844345}"/>
              </a:ext>
            </a:extLst>
          </p:cNvPr>
          <p:cNvSpPr txBox="1"/>
          <p:nvPr/>
        </p:nvSpPr>
        <p:spPr>
          <a:xfrm>
            <a:off x="11843061" y="6850268"/>
            <a:ext cx="2141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</a:t>
            </a:r>
            <a:r>
              <a:rPr lang="de-DE" altLang="zh-CN" dirty="0" err="1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röbenbach</a:t>
            </a:r>
            <a:r>
              <a:rPr lang="de-DE" altLang="zh-CN" dirty="0">
                <a:solidFill>
                  <a:srgbClr val="2869B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Fluss</a:t>
            </a:r>
            <a:endParaRPr lang="zh-CN" altLang="en-US" dirty="0">
              <a:solidFill>
                <a:srgbClr val="2869B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43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</TotalTime>
  <Words>24</Words>
  <Application>Microsoft Office PowerPoint</Application>
  <PresentationFormat>自定义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 Unicode MS</vt:lpstr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13</cp:revision>
  <dcterms:created xsi:type="dcterms:W3CDTF">2026-05-01T14:39:48Z</dcterms:created>
  <dcterms:modified xsi:type="dcterms:W3CDTF">2026-05-09T00:20:32Z</dcterms:modified>
</cp:coreProperties>
</file>